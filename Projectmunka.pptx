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264" r:id="rId2"/>
    <p:sldId id="265" r:id="rId3"/>
    <p:sldId id="267" r:id="rId4"/>
    <p:sldId id="266" r:id="rId5"/>
    <p:sldId id="269" r:id="rId6"/>
    <p:sldId id="268" r:id="rId7"/>
    <p:sldId id="275" r:id="rId8"/>
    <p:sldId id="276" r:id="rId9"/>
    <p:sldId id="277" r:id="rId10"/>
    <p:sldId id="278" r:id="rId11"/>
    <p:sldId id="270" r:id="rId12"/>
    <p:sldId id="273" r:id="rId13"/>
    <p:sldId id="274" r:id="rId14"/>
    <p:sldId id="279" r:id="rId15"/>
    <p:sldId id="280" r:id="rId16"/>
    <p:sldId id="285" r:id="rId17"/>
    <p:sldId id="281" r:id="rId18"/>
    <p:sldId id="282" r:id="rId19"/>
    <p:sldId id="283" r:id="rId20"/>
    <p:sldId id="284" r:id="rId21"/>
    <p:sldId id="272" r:id="rId22"/>
    <p:sldId id="271" r:id="rId23"/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</p:sldIdLst>
  <p:sldSz cx="14630400" cy="8229600"/>
  <p:notesSz cx="8229600" cy="14630400"/>
  <p:embeddedFontLst>
    <p:embeddedFont>
      <p:font typeface="Instrument Sans Medium" panose="020B0604020202020204" charset="0"/>
      <p:regular r:id="rId33"/>
      <p:bold r:id="rId34"/>
      <p:italic r:id="rId35"/>
      <p:boldItalic r:id="rId36"/>
    </p:embeddedFont>
    <p:embeddedFont>
      <p:font typeface="Open Sans" panose="020B0606030504020204" pitchFamily="3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zakasz 1" id="{2A6A7D18-C3DE-465A-9D81-0B98096390AC}">
          <p14:sldIdLst>
            <p14:sldId id="264"/>
            <p14:sldId id="265"/>
            <p14:sldId id="267"/>
            <p14:sldId id="266"/>
            <p14:sldId id="269"/>
            <p14:sldId id="268"/>
            <p14:sldId id="275"/>
            <p14:sldId id="276"/>
            <p14:sldId id="277"/>
            <p14:sldId id="278"/>
            <p14:sldId id="270"/>
            <p14:sldId id="273"/>
            <p14:sldId id="274"/>
            <p14:sldId id="279"/>
            <p14:sldId id="280"/>
            <p14:sldId id="285"/>
            <p14:sldId id="281"/>
            <p14:sldId id="282"/>
            <p14:sldId id="283"/>
            <p14:sldId id="284"/>
            <p14:sldId id="272"/>
            <p14:sldId id="271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4161"/>
    <a:srgbClr val="724527"/>
    <a:srgbClr val="00C2F0"/>
    <a:srgbClr val="FFD100"/>
    <a:srgbClr val="FFFFFF"/>
    <a:srgbClr val="70AD47"/>
    <a:srgbClr val="ED7D31"/>
    <a:srgbClr val="4472C4"/>
    <a:srgbClr val="34599C"/>
    <a:srgbClr val="1414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Sötét stílus 1 – 1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ötét stílus 1 – 2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Sötét stílus 1 – 6. jelölőszín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23" autoAdjust="0"/>
    <p:restoredTop sz="96449" autoAdjust="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561905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8792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238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8480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59788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31485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59380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84212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356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2197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40058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Google Shape;37;p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1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" name="Google Shape;49;p1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4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8.png"/><Relationship Id="rId4" Type="http://schemas.openxmlformats.org/officeDocument/2006/relationships/image" Target="../media/image12.png"/><Relationship Id="rId9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Relationship Id="rId9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2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6.png"/><Relationship Id="rId18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17.pn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png"/><Relationship Id="rId11" Type="http://schemas.microsoft.com/office/2007/relationships/hdphoto" Target="../media/hdphoto1.wdp"/><Relationship Id="rId5" Type="http://schemas.openxmlformats.org/officeDocument/2006/relationships/image" Target="../media/image22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19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Relationship Id="rId1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l="10457" r="30262"/>
          <a:stretch/>
        </p:blipFill>
        <p:spPr>
          <a:xfrm>
            <a:off x="9144000" y="704100"/>
            <a:ext cx="5486400" cy="75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1" title="home-hero-arro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0250" y="2233395"/>
            <a:ext cx="10008376" cy="388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/>
          <p:nvPr/>
        </p:nvSpPr>
        <p:spPr>
          <a:xfrm>
            <a:off x="793790" y="3045976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Viszgaremek</a:t>
            </a:r>
            <a:endParaRPr sz="4450" b="0" i="0" u="none" strike="noStrike" cap="none" dirty="0"/>
          </a:p>
        </p:txBody>
      </p:sp>
      <p:sp>
        <p:nvSpPr>
          <p:cNvPr id="195" name="Google Shape;195;p21"/>
          <p:cNvSpPr/>
          <p:nvPr/>
        </p:nvSpPr>
        <p:spPr>
          <a:xfrm>
            <a:off x="793790" y="4094917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Katona Dominik</a:t>
            </a:r>
            <a:b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Tóth Ádám</a:t>
            </a:r>
            <a:endParaRPr sz="1750" b="0" i="0" u="none" strike="noStrike" cap="none" dirty="0"/>
          </a:p>
        </p:txBody>
      </p:sp>
      <p:sp>
        <p:nvSpPr>
          <p:cNvPr id="3" name="Google Shape;206;p22">
            <a:extLst>
              <a:ext uri="{FF2B5EF4-FFF2-40B4-BE49-F238E27FC236}">
                <a16:creationId xmlns:a16="http://schemas.microsoft.com/office/drawing/2014/main" id="{526620F8-2206-26BD-5111-3A0E0EA10EB0}"/>
              </a:ext>
            </a:extLst>
          </p:cNvPr>
          <p:cNvSpPr/>
          <p:nvPr/>
        </p:nvSpPr>
        <p:spPr>
          <a:xfrm>
            <a:off x="1033575" y="99386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07;p22">
            <a:extLst>
              <a:ext uri="{FF2B5EF4-FFF2-40B4-BE49-F238E27FC236}">
                <a16:creationId xmlns:a16="http://schemas.microsoft.com/office/drawing/2014/main" id="{FF2CF59B-6D70-4413-5DE1-03C79D049F35}"/>
              </a:ext>
            </a:extLst>
          </p:cNvPr>
          <p:cNvSpPr/>
          <p:nvPr/>
        </p:nvSpPr>
        <p:spPr>
          <a:xfrm>
            <a:off x="1257300" y="103050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8;p22">
            <a:extLst>
              <a:ext uri="{FF2B5EF4-FFF2-40B4-BE49-F238E27FC236}">
                <a16:creationId xmlns:a16="http://schemas.microsoft.com/office/drawing/2014/main" id="{EC5289AA-095D-C800-AA44-DE3AC608E036}"/>
              </a:ext>
            </a:extLst>
          </p:cNvPr>
          <p:cNvSpPr/>
          <p:nvPr/>
        </p:nvSpPr>
        <p:spPr>
          <a:xfrm>
            <a:off x="809863" y="100812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09;p22">
            <a:extLst>
              <a:ext uri="{FF2B5EF4-FFF2-40B4-BE49-F238E27FC236}">
                <a16:creationId xmlns:a16="http://schemas.microsoft.com/office/drawing/2014/main" id="{65F61EB8-0B05-3422-668B-82F2A87DE375}"/>
              </a:ext>
            </a:extLst>
          </p:cNvPr>
          <p:cNvSpPr/>
          <p:nvPr/>
        </p:nvSpPr>
        <p:spPr>
          <a:xfrm>
            <a:off x="984052" y="101596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7" name="Google Shape;210;p22">
            <a:extLst>
              <a:ext uri="{FF2B5EF4-FFF2-40B4-BE49-F238E27FC236}">
                <a16:creationId xmlns:a16="http://schemas.microsoft.com/office/drawing/2014/main" id="{6ECDDE23-1E71-B5FF-60B1-4B1F02BE71ED}"/>
              </a:ext>
            </a:extLst>
          </p:cNvPr>
          <p:cNvSpPr/>
          <p:nvPr/>
        </p:nvSpPr>
        <p:spPr>
          <a:xfrm>
            <a:off x="2194560" y="101475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8" name="Google Shape;211;p22">
            <a:extLst>
              <a:ext uri="{FF2B5EF4-FFF2-40B4-BE49-F238E27FC236}">
                <a16:creationId xmlns:a16="http://schemas.microsoft.com/office/drawing/2014/main" id="{624EF0F6-1F63-05C8-4A02-C8DFAFCAB117}"/>
              </a:ext>
            </a:extLst>
          </p:cNvPr>
          <p:cNvSpPr/>
          <p:nvPr/>
        </p:nvSpPr>
        <p:spPr>
          <a:xfrm>
            <a:off x="2194550" y="105994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/>
          </a:p>
        </p:txBody>
      </p:sp>
      <p:sp>
        <p:nvSpPr>
          <p:cNvPr id="9" name="Google Shape;212;p22">
            <a:extLst>
              <a:ext uri="{FF2B5EF4-FFF2-40B4-BE49-F238E27FC236}">
                <a16:creationId xmlns:a16="http://schemas.microsoft.com/office/drawing/2014/main" id="{B38BA481-7039-3E7F-E0C7-353FAFD12529}"/>
              </a:ext>
            </a:extLst>
          </p:cNvPr>
          <p:cNvSpPr/>
          <p:nvPr/>
        </p:nvSpPr>
        <p:spPr>
          <a:xfrm>
            <a:off x="1257300" y="11603355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13;p22">
            <a:extLst>
              <a:ext uri="{FF2B5EF4-FFF2-40B4-BE49-F238E27FC236}">
                <a16:creationId xmlns:a16="http://schemas.microsoft.com/office/drawing/2014/main" id="{B026BA5D-FB83-A679-C0D8-3156FD41B207}"/>
              </a:ext>
            </a:extLst>
          </p:cNvPr>
          <p:cNvSpPr/>
          <p:nvPr/>
        </p:nvSpPr>
        <p:spPr>
          <a:xfrm>
            <a:off x="809863" y="11379637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14;p22">
            <a:extLst>
              <a:ext uri="{FF2B5EF4-FFF2-40B4-BE49-F238E27FC236}">
                <a16:creationId xmlns:a16="http://schemas.microsoft.com/office/drawing/2014/main" id="{715D31B4-7282-5EA9-3260-A1D340C48D77}"/>
              </a:ext>
            </a:extLst>
          </p:cNvPr>
          <p:cNvSpPr/>
          <p:nvPr/>
        </p:nvSpPr>
        <p:spPr>
          <a:xfrm>
            <a:off x="958572" y="11457980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12" name="Google Shape;215;p22">
            <a:extLst>
              <a:ext uri="{FF2B5EF4-FFF2-40B4-BE49-F238E27FC236}">
                <a16:creationId xmlns:a16="http://schemas.microsoft.com/office/drawing/2014/main" id="{BA6B6C67-C506-7324-4A2B-0C41EB7AA78C}"/>
              </a:ext>
            </a:extLst>
          </p:cNvPr>
          <p:cNvSpPr/>
          <p:nvPr/>
        </p:nvSpPr>
        <p:spPr>
          <a:xfrm>
            <a:off x="2194550" y="11445916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13" name="Google Shape;216;p22">
            <a:extLst>
              <a:ext uri="{FF2B5EF4-FFF2-40B4-BE49-F238E27FC236}">
                <a16:creationId xmlns:a16="http://schemas.microsoft.com/office/drawing/2014/main" id="{C921DA04-B226-1255-CC1C-3711843FB36F}"/>
              </a:ext>
            </a:extLst>
          </p:cNvPr>
          <p:cNvSpPr/>
          <p:nvPr/>
        </p:nvSpPr>
        <p:spPr>
          <a:xfrm>
            <a:off x="2194550" y="11897774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/>
          </a:p>
        </p:txBody>
      </p:sp>
      <p:sp>
        <p:nvSpPr>
          <p:cNvPr id="14" name="Google Shape;217;p22">
            <a:extLst>
              <a:ext uri="{FF2B5EF4-FFF2-40B4-BE49-F238E27FC236}">
                <a16:creationId xmlns:a16="http://schemas.microsoft.com/office/drawing/2014/main" id="{AB279364-95AD-FF40-23E7-868528E2F3CA}"/>
              </a:ext>
            </a:extLst>
          </p:cNvPr>
          <p:cNvSpPr/>
          <p:nvPr/>
        </p:nvSpPr>
        <p:spPr>
          <a:xfrm>
            <a:off x="1257300" y="128939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18;p22">
            <a:extLst>
              <a:ext uri="{FF2B5EF4-FFF2-40B4-BE49-F238E27FC236}">
                <a16:creationId xmlns:a16="http://schemas.microsoft.com/office/drawing/2014/main" id="{C3C870F8-F9CB-5496-3FF0-E7CC578774B7}"/>
              </a:ext>
            </a:extLst>
          </p:cNvPr>
          <p:cNvSpPr/>
          <p:nvPr/>
        </p:nvSpPr>
        <p:spPr>
          <a:xfrm>
            <a:off x="809863" y="126702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19;p22">
            <a:extLst>
              <a:ext uri="{FF2B5EF4-FFF2-40B4-BE49-F238E27FC236}">
                <a16:creationId xmlns:a16="http://schemas.microsoft.com/office/drawing/2014/main" id="{BCEFD8AB-D691-450E-40CD-1E44EB51E8C4}"/>
              </a:ext>
            </a:extLst>
          </p:cNvPr>
          <p:cNvSpPr/>
          <p:nvPr/>
        </p:nvSpPr>
        <p:spPr>
          <a:xfrm>
            <a:off x="954524" y="127486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17" name="Google Shape;220;p22">
            <a:extLst>
              <a:ext uri="{FF2B5EF4-FFF2-40B4-BE49-F238E27FC236}">
                <a16:creationId xmlns:a16="http://schemas.microsoft.com/office/drawing/2014/main" id="{770C92FA-200E-2541-E65C-D3254694AD03}"/>
              </a:ext>
            </a:extLst>
          </p:cNvPr>
          <p:cNvSpPr/>
          <p:nvPr/>
        </p:nvSpPr>
        <p:spPr>
          <a:xfrm>
            <a:off x="2194536" y="127365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18" name="Google Shape;221;p22">
            <a:extLst>
              <a:ext uri="{FF2B5EF4-FFF2-40B4-BE49-F238E27FC236}">
                <a16:creationId xmlns:a16="http://schemas.microsoft.com/office/drawing/2014/main" id="{15D3F47A-53A4-D88C-9666-98AD78F431BE}"/>
              </a:ext>
            </a:extLst>
          </p:cNvPr>
          <p:cNvSpPr/>
          <p:nvPr/>
        </p:nvSpPr>
        <p:spPr>
          <a:xfrm>
            <a:off x="2194550" y="131883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/>
          </a:p>
        </p:txBody>
      </p:sp>
      <p:sp>
        <p:nvSpPr>
          <p:cNvPr id="19" name="Google Shape;222;p22">
            <a:extLst>
              <a:ext uri="{FF2B5EF4-FFF2-40B4-BE49-F238E27FC236}">
                <a16:creationId xmlns:a16="http://schemas.microsoft.com/office/drawing/2014/main" id="{DE216F10-1D63-8E05-9785-2E97158C290E}"/>
              </a:ext>
            </a:extLst>
          </p:cNvPr>
          <p:cNvSpPr/>
          <p:nvPr/>
        </p:nvSpPr>
        <p:spPr>
          <a:xfrm>
            <a:off x="1257300" y="14307136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23;p22">
            <a:extLst>
              <a:ext uri="{FF2B5EF4-FFF2-40B4-BE49-F238E27FC236}">
                <a16:creationId xmlns:a16="http://schemas.microsoft.com/office/drawing/2014/main" id="{509FC883-DEEC-CC17-3491-3A3C090ED31E}"/>
              </a:ext>
            </a:extLst>
          </p:cNvPr>
          <p:cNvSpPr/>
          <p:nvPr/>
        </p:nvSpPr>
        <p:spPr>
          <a:xfrm>
            <a:off x="809863" y="14083418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24;p22">
            <a:extLst>
              <a:ext uri="{FF2B5EF4-FFF2-40B4-BE49-F238E27FC236}">
                <a16:creationId xmlns:a16="http://schemas.microsoft.com/office/drawing/2014/main" id="{FD14D74C-43AE-D923-6948-33F215EBFB2D}"/>
              </a:ext>
            </a:extLst>
          </p:cNvPr>
          <p:cNvSpPr/>
          <p:nvPr/>
        </p:nvSpPr>
        <p:spPr>
          <a:xfrm>
            <a:off x="949881" y="14161761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/>
          </a:p>
        </p:txBody>
      </p:sp>
      <p:sp>
        <p:nvSpPr>
          <p:cNvPr id="22" name="Google Shape;225;p22">
            <a:extLst>
              <a:ext uri="{FF2B5EF4-FFF2-40B4-BE49-F238E27FC236}">
                <a16:creationId xmlns:a16="http://schemas.microsoft.com/office/drawing/2014/main" id="{4F0107CE-E0AE-A5C5-3B7A-2A52A19F2E1F}"/>
              </a:ext>
            </a:extLst>
          </p:cNvPr>
          <p:cNvSpPr/>
          <p:nvPr/>
        </p:nvSpPr>
        <p:spPr>
          <a:xfrm>
            <a:off x="2194560" y="14149699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3" name="Google Shape;226;p22">
            <a:extLst>
              <a:ext uri="{FF2B5EF4-FFF2-40B4-BE49-F238E27FC236}">
                <a16:creationId xmlns:a16="http://schemas.microsoft.com/office/drawing/2014/main" id="{F30538B1-236F-C28A-5D3D-2975F9BBB6CD}"/>
              </a:ext>
            </a:extLst>
          </p:cNvPr>
          <p:cNvSpPr/>
          <p:nvPr/>
        </p:nvSpPr>
        <p:spPr>
          <a:xfrm>
            <a:off x="2194550" y="14601581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" name="Google Shape;227;p22">
            <a:extLst>
              <a:ext uri="{FF2B5EF4-FFF2-40B4-BE49-F238E27FC236}">
                <a16:creationId xmlns:a16="http://schemas.microsoft.com/office/drawing/2014/main" id="{775A8B55-F616-1FFA-F548-A941E6322A4E}"/>
              </a:ext>
            </a:extLst>
          </p:cNvPr>
          <p:cNvSpPr/>
          <p:nvPr/>
        </p:nvSpPr>
        <p:spPr>
          <a:xfrm>
            <a:off x="12695700" y="15252900"/>
            <a:ext cx="1934700" cy="12063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21"/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8" name="Google Shape;198;p21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05;p22">
            <a:extLst>
              <a:ext uri="{FF2B5EF4-FFF2-40B4-BE49-F238E27FC236}">
                <a16:creationId xmlns:a16="http://schemas.microsoft.com/office/drawing/2014/main" id="{AB9F8F99-9176-624F-112D-1B575ED74618}"/>
              </a:ext>
            </a:extLst>
          </p:cNvPr>
          <p:cNvSpPr/>
          <p:nvPr/>
        </p:nvSpPr>
        <p:spPr>
          <a:xfrm>
            <a:off x="1259572" y="8234731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3373755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3150037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3228380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3216316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668174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/>
          </a:p>
        </p:txBody>
      </p:sp>
      <p:sp>
        <p:nvSpPr>
          <p:cNvPr id="217" name="Google Shape;217;p22"/>
          <p:cNvSpPr/>
          <p:nvPr/>
        </p:nvSpPr>
        <p:spPr>
          <a:xfrm>
            <a:off x="1257300" y="46643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44406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45190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45069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49587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6077536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5853818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5932161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/>
          </a:p>
        </p:txBody>
      </p:sp>
      <p:sp>
        <p:nvSpPr>
          <p:cNvPr id="225" name="Google Shape;225;p22"/>
          <p:cNvSpPr/>
          <p:nvPr/>
        </p:nvSpPr>
        <p:spPr>
          <a:xfrm>
            <a:off x="2194560" y="5920099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6371981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" name="Google Shape;196;p21">
            <a:extLst>
              <a:ext uri="{FF2B5EF4-FFF2-40B4-BE49-F238E27FC236}">
                <a16:creationId xmlns:a16="http://schemas.microsoft.com/office/drawing/2014/main" id="{72B0F064-0DF5-1449-1516-6ADFF5C9CE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457" r="30262"/>
          <a:stretch/>
        </p:blipFill>
        <p:spPr>
          <a:xfrm>
            <a:off x="9144000" y="-7545133"/>
            <a:ext cx="5486400" cy="75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99;p21" title="home-hero-arrow.png">
            <a:extLst>
              <a:ext uri="{FF2B5EF4-FFF2-40B4-BE49-F238E27FC236}">
                <a16:creationId xmlns:a16="http://schemas.microsoft.com/office/drawing/2014/main" id="{9C3C98C5-F4FE-9B78-8DAC-B28B2706FBB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0250" y="-6015838"/>
            <a:ext cx="10008376" cy="38802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4;p21">
            <a:extLst>
              <a:ext uri="{FF2B5EF4-FFF2-40B4-BE49-F238E27FC236}">
                <a16:creationId xmlns:a16="http://schemas.microsoft.com/office/drawing/2014/main" id="{C5A29BE4-5A1F-1451-3434-101246F9085D}"/>
              </a:ext>
            </a:extLst>
          </p:cNvPr>
          <p:cNvSpPr/>
          <p:nvPr/>
        </p:nvSpPr>
        <p:spPr>
          <a:xfrm>
            <a:off x="793790" y="-5203257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Viszgaremek</a:t>
            </a:r>
            <a:endParaRPr sz="4450" b="0" i="0" u="none" strike="noStrike" cap="none" dirty="0"/>
          </a:p>
        </p:txBody>
      </p:sp>
      <p:sp>
        <p:nvSpPr>
          <p:cNvPr id="8" name="Google Shape;195;p21">
            <a:extLst>
              <a:ext uri="{FF2B5EF4-FFF2-40B4-BE49-F238E27FC236}">
                <a16:creationId xmlns:a16="http://schemas.microsoft.com/office/drawing/2014/main" id="{25404564-5DA3-387F-D3B9-14DBEBC99FAD}"/>
              </a:ext>
            </a:extLst>
          </p:cNvPr>
          <p:cNvSpPr/>
          <p:nvPr/>
        </p:nvSpPr>
        <p:spPr>
          <a:xfrm>
            <a:off x="793790" y="-4154316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By Chambr &amp; Adam</a:t>
            </a:r>
            <a:endParaRPr sz="1750" b="0" i="0" u="none" strike="noStrike" cap="none"/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F3112D8F-BFE9-656D-0A3B-5AEA44BB76DA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D9773050-F4AE-BA64-E732-BE3E3315450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2"/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  <p:sp>
        <p:nvSpPr>
          <p:cNvPr id="28" name="Ellipszis 27">
            <a:extLst>
              <a:ext uri="{FF2B5EF4-FFF2-40B4-BE49-F238E27FC236}">
                <a16:creationId xmlns:a16="http://schemas.microsoft.com/office/drawing/2014/main" id="{7A69ED77-FD62-8F10-E583-0629D8C51342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390F0AF2-9A52-BCD3-4ADF-B63DE24EAB3C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zis 13">
            <a:extLst>
              <a:ext uri="{FF2B5EF4-FFF2-40B4-BE49-F238E27FC236}">
                <a16:creationId xmlns:a16="http://schemas.microsoft.com/office/drawing/2014/main" id="{57367CF8-E750-6153-44AD-0496F6D0B7FC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3373755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3150037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3228380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3216316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668174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/>
          </a:p>
        </p:txBody>
      </p:sp>
      <p:sp>
        <p:nvSpPr>
          <p:cNvPr id="217" name="Google Shape;217;p22"/>
          <p:cNvSpPr/>
          <p:nvPr/>
        </p:nvSpPr>
        <p:spPr>
          <a:xfrm>
            <a:off x="1257300" y="46643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44406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45190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45069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49587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6077536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5853818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5932161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/>
          </a:p>
        </p:txBody>
      </p:sp>
      <p:sp>
        <p:nvSpPr>
          <p:cNvPr id="225" name="Google Shape;225;p22"/>
          <p:cNvSpPr/>
          <p:nvPr/>
        </p:nvSpPr>
        <p:spPr>
          <a:xfrm>
            <a:off x="2194560" y="5920099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6371981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C97F72E4-1D9F-EB4B-2C28-F0597CFD8430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B3F95999-4D5E-2B0A-1DF3-5353CFA6F10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50335906-575A-7409-39F9-8E65CA639D3A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D22BB351-A232-F0F2-3F8D-68635F19F854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Google Shape;205;p22">
            <a:extLst>
              <a:ext uri="{FF2B5EF4-FFF2-40B4-BE49-F238E27FC236}">
                <a16:creationId xmlns:a16="http://schemas.microsoft.com/office/drawing/2014/main" id="{746ADBA7-12F8-C598-2B85-37F58B01FC13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124444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/>
      <p:bldP spid="221" grpId="0"/>
      <p:bldP spid="2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5"/>
            <a:ext cx="7362300" cy="66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6394361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6170643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6248986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6236922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6688780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3057806-2017-0D57-1A66-B00041BA7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269218"/>
            <a:ext cx="5533556" cy="2828126"/>
          </a:xfrm>
          <a:prstGeom prst="rect">
            <a:avLst/>
          </a:prstGeom>
        </p:spPr>
      </p:pic>
      <p:sp>
        <p:nvSpPr>
          <p:cNvPr id="8" name="Google Shape;197;p21">
            <a:extLst>
              <a:ext uri="{FF2B5EF4-FFF2-40B4-BE49-F238E27FC236}">
                <a16:creationId xmlns:a16="http://schemas.microsoft.com/office/drawing/2014/main" id="{AA622971-3409-E27A-4AC0-4A287D0A0179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Google Shape;198;p21" title="logo.png">
            <a:extLst>
              <a:ext uri="{FF2B5EF4-FFF2-40B4-BE49-F238E27FC236}">
                <a16:creationId xmlns:a16="http://schemas.microsoft.com/office/drawing/2014/main" id="{5D7928BB-1DF2-15DE-6E73-3052C3C6A37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Ellipszis 9">
            <a:extLst>
              <a:ext uri="{FF2B5EF4-FFF2-40B4-BE49-F238E27FC236}">
                <a16:creationId xmlns:a16="http://schemas.microsoft.com/office/drawing/2014/main" id="{D4A0E366-F2ED-67DD-D3D3-9E097C13F57C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A2E0EC3E-B52B-1DF3-86EF-B22F996EAB0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oogle Shape;205;p22">
            <a:extLst>
              <a:ext uri="{FF2B5EF4-FFF2-40B4-BE49-F238E27FC236}">
                <a16:creationId xmlns:a16="http://schemas.microsoft.com/office/drawing/2014/main" id="{F818F145-56CA-C088-39DC-EC4AE7A99D5D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81342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1" name="Google Shape;211;p22"/>
          <p:cNvSpPr/>
          <p:nvPr/>
        </p:nvSpPr>
        <p:spPr>
          <a:xfrm>
            <a:off x="2194550" y="2369824"/>
            <a:ext cx="7362300" cy="89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Felhasználóbarát GUI a Cisco eszközök egyszerű kezeléséhez - konfiguráció és monitoring egy helyen.</a:t>
            </a:r>
            <a:endParaRPr sz="1600" b="0" i="0" u="none" strike="noStrike" cap="none" dirty="0"/>
          </a:p>
        </p:txBody>
      </p:sp>
      <p:sp>
        <p:nvSpPr>
          <p:cNvPr id="212" name="Google Shape;212;p22"/>
          <p:cNvSpPr/>
          <p:nvPr/>
        </p:nvSpPr>
        <p:spPr>
          <a:xfrm>
            <a:off x="1257300" y="6394361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6170643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6248986"/>
            <a:ext cx="172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6236922"/>
            <a:ext cx="586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 dirty="0"/>
          </a:p>
        </p:txBody>
      </p:sp>
      <p:sp>
        <p:nvSpPr>
          <p:cNvPr id="216" name="Google Shape;216;p22"/>
          <p:cNvSpPr/>
          <p:nvPr/>
        </p:nvSpPr>
        <p:spPr>
          <a:xfrm>
            <a:off x="2194550" y="6688780"/>
            <a:ext cx="62178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3057806-2017-0D57-1A66-B00041BA7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269218"/>
            <a:ext cx="5533556" cy="2828126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DE8A8ED-0D34-831E-5AD7-1512B9BF29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2194536" y="7573465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414FD0BF-AF4B-395E-DE16-5086E7787AA1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360A93D7-021C-4673-0604-D230967CE08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8A33C7AE-CDBF-060A-284D-A007876AAF4E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51988118-04DB-1FD5-B889-172CDF1A287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AFACB3B0-B734-A732-9FAD-111FEF9DE658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718701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026375"/>
            <a:ext cx="6217800" cy="8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632C253-9A06-ACCF-3AA6-8624C2BD6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856200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llipszis 4">
            <a:extLst>
              <a:ext uri="{FF2B5EF4-FFF2-40B4-BE49-F238E27FC236}">
                <a16:creationId xmlns:a16="http://schemas.microsoft.com/office/drawing/2014/main" id="{7D839727-492A-27CF-7518-2C01107A0715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C61EC112-49B8-6637-E0F8-267B4E316ABD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F88B62A0-59FD-6AE4-FB28-B1046EB44F95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046446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6" name="Google Shape;216;p22"/>
          <p:cNvSpPr/>
          <p:nvPr/>
        </p:nvSpPr>
        <p:spPr>
          <a:xfrm>
            <a:off x="2194550" y="3026375"/>
            <a:ext cx="6217800" cy="8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Projektek valós idejű szinkronizálása csapattagok között - közös munkavégzés azonos hálózati konfigurációkon.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1257300" y="7089083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686536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6943708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6931641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/>
          </a:p>
        </p:txBody>
      </p:sp>
      <p:sp>
        <p:nvSpPr>
          <p:cNvPr id="221" name="Google Shape;221;p22"/>
          <p:cNvSpPr/>
          <p:nvPr/>
        </p:nvSpPr>
        <p:spPr>
          <a:xfrm>
            <a:off x="2194550" y="73834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b="0" i="0" u="none" strike="noStrike" cap="none" dirty="0">
              <a:noFill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632C253-9A06-ACCF-3AA6-8624C2BD6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36" y="3856200"/>
            <a:ext cx="5533556" cy="2828126"/>
          </a:xfrm>
          <a:prstGeom prst="rect">
            <a:avLst/>
          </a:prstGeom>
        </p:spPr>
      </p:pic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8E885CF-E69B-3FAE-F1DF-8123AA3CC23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/>
          <a:stretch/>
        </p:blipFill>
        <p:spPr>
          <a:xfrm>
            <a:off x="2269216" y="8285128"/>
            <a:ext cx="5384195" cy="2828126"/>
          </a:xfrm>
          <a:prstGeom prst="rect">
            <a:avLst/>
          </a:prstGeom>
        </p:spPr>
      </p:pic>
      <p:sp>
        <p:nvSpPr>
          <p:cNvPr id="6" name="Ellipszis 5">
            <a:extLst>
              <a:ext uri="{FF2B5EF4-FFF2-40B4-BE49-F238E27FC236}">
                <a16:creationId xmlns:a16="http://schemas.microsoft.com/office/drawing/2014/main" id="{1590F1BB-3731-4CE4-78DC-2E072961F635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6078B4A2-0449-BE8B-4C4B-8CFBC8D17244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5;p22">
            <a:extLst>
              <a:ext uri="{FF2B5EF4-FFF2-40B4-BE49-F238E27FC236}">
                <a16:creationId xmlns:a16="http://schemas.microsoft.com/office/drawing/2014/main" id="{9F229608-E811-B88F-AC59-B2BD91F7F1B8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35874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38020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A2B36AF-32B1-83D7-8AD6-77B024579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269216" y="4713253"/>
            <a:ext cx="5384195" cy="2828126"/>
          </a:xfrm>
          <a:prstGeom prst="rect">
            <a:avLst/>
          </a:prstGeom>
        </p:spPr>
      </p:pic>
      <p:sp>
        <p:nvSpPr>
          <p:cNvPr id="7" name="Ellipszis 6">
            <a:extLst>
              <a:ext uri="{FF2B5EF4-FFF2-40B4-BE49-F238E27FC236}">
                <a16:creationId xmlns:a16="http://schemas.microsoft.com/office/drawing/2014/main" id="{5EF4B8C1-C6D0-9E69-1CD2-7FE93751E5DB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C5C47E16-4199-DEA0-28E1-8B5D093FEF82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oogle Shape;205;p22">
            <a:extLst>
              <a:ext uri="{FF2B5EF4-FFF2-40B4-BE49-F238E27FC236}">
                <a16:creationId xmlns:a16="http://schemas.microsoft.com/office/drawing/2014/main" id="{166C46DF-A16F-60CB-E34C-08E143DF93FC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03271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1" name="Google Shape;221;p22"/>
          <p:cNvSpPr/>
          <p:nvPr/>
        </p:nvSpPr>
        <p:spPr>
          <a:xfrm>
            <a:off x="2194550" y="3802096"/>
            <a:ext cx="6217800" cy="8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Több projekt párhuzamos kezelése, konfigurációk mentése és visszaállítása egyetlen kattintással.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1257300" y="7783042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7559324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7637667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762560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8077487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noFill/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noFill/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noFill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A2B36AF-32B1-83D7-8AD6-77B024579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269216" y="4713253"/>
            <a:ext cx="5384195" cy="2828126"/>
          </a:xfrm>
          <a:prstGeom prst="rect">
            <a:avLst/>
          </a:prstGeom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D3DD2559-BEDF-DDC7-6360-2F8EE71D49F5}"/>
              </a:ext>
            </a:extLst>
          </p:cNvPr>
          <p:cNvGrpSpPr/>
          <p:nvPr/>
        </p:nvGrpSpPr>
        <p:grpSpPr>
          <a:xfrm>
            <a:off x="1552575" y="9781122"/>
            <a:ext cx="5374125" cy="840213"/>
            <a:chOff x="1552575" y="6152097"/>
            <a:chExt cx="4276725" cy="840213"/>
          </a:xfrm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FEDCDB70-946B-DAEE-1CB9-CCA94A1342E4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7" name="Picture 2" descr="Flutter Logo Download png">
              <a:extLst>
                <a:ext uri="{FF2B5EF4-FFF2-40B4-BE49-F238E27FC236}">
                  <a16:creationId xmlns:a16="http://schemas.microsoft.com/office/drawing/2014/main" id="{D58413AB-7E92-303B-1E83-55F21D166DCD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23000" y="6272783"/>
              <a:ext cx="475570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Szövegdoboz 7">
              <a:extLst>
                <a:ext uri="{FF2B5EF4-FFF2-40B4-BE49-F238E27FC236}">
                  <a16:creationId xmlns:a16="http://schemas.microsoft.com/office/drawing/2014/main" id="{238A4BC1-8BDF-FFB0-1525-058262A06A09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Flutter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1F141D63-BBDF-F47D-DE71-BFD5B74960E9}"/>
              </a:ext>
            </a:extLst>
          </p:cNvPr>
          <p:cNvGrpSpPr/>
          <p:nvPr/>
        </p:nvGrpSpPr>
        <p:grpSpPr>
          <a:xfrm>
            <a:off x="1407567" y="10780420"/>
            <a:ext cx="6248276" cy="840213"/>
            <a:chOff x="1437179" y="6152097"/>
            <a:chExt cx="4972374" cy="840213"/>
          </a:xfrm>
        </p:grpSpPr>
        <p:sp>
          <p:nvSpPr>
            <p:cNvPr id="10" name="Téglalap: lekerekített 9">
              <a:extLst>
                <a:ext uri="{FF2B5EF4-FFF2-40B4-BE49-F238E27FC236}">
                  <a16:creationId xmlns:a16="http://schemas.microsoft.com/office/drawing/2014/main" id="{857F8CD7-51C3-9F4D-8A33-EFFD45964888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65FB538C-0EF9-42DC-EA12-C04D54F5C21E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6"/>
            <a:srcRect/>
            <a:stretch/>
          </p:blipFill>
          <p:spPr bwMode="auto">
            <a:xfrm>
              <a:off x="1437179" y="6272782"/>
              <a:ext cx="847211" cy="598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Szövegdoboz 11">
              <a:extLst>
                <a:ext uri="{FF2B5EF4-FFF2-40B4-BE49-F238E27FC236}">
                  <a16:creationId xmlns:a16="http://schemas.microsoft.com/office/drawing/2014/main" id="{C361E4A4-3668-7DDC-9711-B6513DD7B5D4}"/>
                </a:ext>
              </a:extLst>
            </p:cNvPr>
            <p:cNvSpPr txBox="1"/>
            <p:nvPr/>
          </p:nvSpPr>
          <p:spPr>
            <a:xfrm>
              <a:off x="2203253" y="6249036"/>
              <a:ext cx="4206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Python &amp; </a:t>
              </a:r>
              <a:r>
                <a:rPr lang="en-US" sz="3600" b="1" dirty="0" err="1">
                  <a:solidFill>
                    <a:schemeClr val="bg1"/>
                  </a:solidFill>
                </a:rPr>
                <a:t>Netmiko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4A16E92C-D096-3D2F-0E27-3AE82CB2D1C7}"/>
              </a:ext>
            </a:extLst>
          </p:cNvPr>
          <p:cNvGrpSpPr/>
          <p:nvPr/>
        </p:nvGrpSpPr>
        <p:grpSpPr>
          <a:xfrm>
            <a:off x="7096124" y="9781122"/>
            <a:ext cx="4276725" cy="840213"/>
            <a:chOff x="1552575" y="6152097"/>
            <a:chExt cx="4276725" cy="840213"/>
          </a:xfrm>
        </p:grpSpPr>
        <p:sp>
          <p:nvSpPr>
            <p:cNvPr id="14" name="Téglalap: lekerekített 13">
              <a:extLst>
                <a:ext uri="{FF2B5EF4-FFF2-40B4-BE49-F238E27FC236}">
                  <a16:creationId xmlns:a16="http://schemas.microsoft.com/office/drawing/2014/main" id="{57A05C65-3909-B924-B5C0-F97A1293FD4B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F473E0F4-E66A-0498-C6E6-119487A61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Szövegdoboz 15">
              <a:extLst>
                <a:ext uri="{FF2B5EF4-FFF2-40B4-BE49-F238E27FC236}">
                  <a16:creationId xmlns:a16="http://schemas.microsoft.com/office/drawing/2014/main" id="{1F0A19EA-19DC-9CED-AB73-DB6E172E8574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Dart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241E9952-5CEB-4AF0-EE8D-AE7F6820A5AD}"/>
              </a:ext>
            </a:extLst>
          </p:cNvPr>
          <p:cNvGrpSpPr/>
          <p:nvPr/>
        </p:nvGrpSpPr>
        <p:grpSpPr>
          <a:xfrm>
            <a:off x="7096123" y="10780420"/>
            <a:ext cx="4276725" cy="840213"/>
            <a:chOff x="1552575" y="6152097"/>
            <a:chExt cx="4276725" cy="840213"/>
          </a:xfrm>
        </p:grpSpPr>
        <p:sp>
          <p:nvSpPr>
            <p:cNvPr id="18" name="Téglalap: lekerekített 17">
              <a:extLst>
                <a:ext uri="{FF2B5EF4-FFF2-40B4-BE49-F238E27FC236}">
                  <a16:creationId xmlns:a16="http://schemas.microsoft.com/office/drawing/2014/main" id="{55F1F010-FBAD-FBE6-445C-389CC74FC8F4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6FC559D5-7EB7-5344-15B3-0967CA03F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Szövegdoboz 19">
              <a:extLst>
                <a:ext uri="{FF2B5EF4-FFF2-40B4-BE49-F238E27FC236}">
                  <a16:creationId xmlns:a16="http://schemas.microsoft.com/office/drawing/2014/main" id="{9F8F19FE-121F-A12D-9CBC-43F92449D950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RPC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Ellipszis 20">
            <a:extLst>
              <a:ext uri="{FF2B5EF4-FFF2-40B4-BE49-F238E27FC236}">
                <a16:creationId xmlns:a16="http://schemas.microsoft.com/office/drawing/2014/main" id="{FD3869E3-2D45-4FA9-AC27-EA5B222DE096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22" name="Egyenes összekötő nyíllal 21">
            <a:extLst>
              <a:ext uri="{FF2B5EF4-FFF2-40B4-BE49-F238E27FC236}">
                <a16:creationId xmlns:a16="http://schemas.microsoft.com/office/drawing/2014/main" id="{D8A8C335-9575-7845-36D8-6C4B0E064CFF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Google Shape;205;p22">
            <a:extLst>
              <a:ext uri="{FF2B5EF4-FFF2-40B4-BE49-F238E27FC236}">
                <a16:creationId xmlns:a16="http://schemas.microsoft.com/office/drawing/2014/main" id="{7F3348F3-6738-C305-E104-D8E9066270D7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2424809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2"/>
          <p:cNvSpPr/>
          <p:nvPr/>
        </p:nvSpPr>
        <p:spPr>
          <a:xfrm>
            <a:off x="1033575" y="1709025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1257300" y="2075414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809863" y="185169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2"/>
          <p:cNvSpPr/>
          <p:nvPr/>
        </p:nvSpPr>
        <p:spPr>
          <a:xfrm>
            <a:off x="984052" y="1930039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210" name="Google Shape;210;p22"/>
          <p:cNvSpPr/>
          <p:nvPr/>
        </p:nvSpPr>
        <p:spPr>
          <a:xfrm>
            <a:off x="2194560" y="1917978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212" name="Google Shape;212;p22"/>
          <p:cNvSpPr/>
          <p:nvPr/>
        </p:nvSpPr>
        <p:spPr>
          <a:xfrm>
            <a:off x="1257300" y="2770791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2"/>
          <p:cNvSpPr/>
          <p:nvPr/>
        </p:nvSpPr>
        <p:spPr>
          <a:xfrm>
            <a:off x="809863" y="2524693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2"/>
          <p:cNvSpPr/>
          <p:nvPr/>
        </p:nvSpPr>
        <p:spPr>
          <a:xfrm>
            <a:off x="958572" y="2610881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215" name="Google Shape;215;p22"/>
          <p:cNvSpPr/>
          <p:nvPr/>
        </p:nvSpPr>
        <p:spPr>
          <a:xfrm>
            <a:off x="2194550" y="2598172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217" name="Google Shape;217;p22"/>
          <p:cNvSpPr/>
          <p:nvPr/>
        </p:nvSpPr>
        <p:spPr>
          <a:xfrm>
            <a:off x="1257300" y="347910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809863" y="3255390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954524" y="3333733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220" name="Google Shape;220;p22"/>
          <p:cNvSpPr/>
          <p:nvPr/>
        </p:nvSpPr>
        <p:spPr>
          <a:xfrm>
            <a:off x="2194536" y="3321666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222" name="Google Shape;222;p22"/>
          <p:cNvSpPr/>
          <p:nvPr/>
        </p:nvSpPr>
        <p:spPr>
          <a:xfrm>
            <a:off x="1257300" y="4173067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22"/>
          <p:cNvSpPr/>
          <p:nvPr/>
        </p:nvSpPr>
        <p:spPr>
          <a:xfrm>
            <a:off x="809863" y="3949349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949881" y="4027692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225" name="Google Shape;225;p22"/>
          <p:cNvSpPr/>
          <p:nvPr/>
        </p:nvSpPr>
        <p:spPr>
          <a:xfrm>
            <a:off x="2194560" y="4015630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226" name="Google Shape;226;p22"/>
          <p:cNvSpPr/>
          <p:nvPr/>
        </p:nvSpPr>
        <p:spPr>
          <a:xfrm>
            <a:off x="2194550" y="4467512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197;p21">
            <a:extLst>
              <a:ext uri="{FF2B5EF4-FFF2-40B4-BE49-F238E27FC236}">
                <a16:creationId xmlns:a16="http://schemas.microsoft.com/office/drawing/2014/main" id="{1BF29C7F-AD2A-0FB0-01C9-49E14B55E00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198;p21" title="logo.png">
            <a:extLst>
              <a:ext uri="{FF2B5EF4-FFF2-40B4-BE49-F238E27FC236}">
                <a16:creationId xmlns:a16="http://schemas.microsoft.com/office/drawing/2014/main" id="{27A1827C-D62C-A081-1CAC-150DE8CE51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2C20927E-012D-18BB-6535-00C6E100EF5C}"/>
              </a:ext>
            </a:extLst>
          </p:cNvPr>
          <p:cNvGrpSpPr/>
          <p:nvPr/>
        </p:nvGrpSpPr>
        <p:grpSpPr>
          <a:xfrm>
            <a:off x="1552575" y="6152097"/>
            <a:ext cx="5374125" cy="840213"/>
            <a:chOff x="1552575" y="6152097"/>
            <a:chExt cx="4276725" cy="840213"/>
          </a:xfrm>
        </p:grpSpPr>
        <p:sp>
          <p:nvSpPr>
            <p:cNvPr id="2" name="Téglalap: lekerekített 1">
              <a:extLst>
                <a:ext uri="{FF2B5EF4-FFF2-40B4-BE49-F238E27FC236}">
                  <a16:creationId xmlns:a16="http://schemas.microsoft.com/office/drawing/2014/main" id="{8775F407-C147-30CD-09D0-66357A32E536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026" name="Picture 2" descr="Flutter Logo Download png">
              <a:extLst>
                <a:ext uri="{FF2B5EF4-FFF2-40B4-BE49-F238E27FC236}">
                  <a16:creationId xmlns:a16="http://schemas.microsoft.com/office/drawing/2014/main" id="{2E14FBF6-2DAA-007A-C11A-63047E226D5B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23000" y="6272783"/>
              <a:ext cx="475570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Szövegdoboz 7">
              <a:extLst>
                <a:ext uri="{FF2B5EF4-FFF2-40B4-BE49-F238E27FC236}">
                  <a16:creationId xmlns:a16="http://schemas.microsoft.com/office/drawing/2014/main" id="{F2DAE578-67F6-7618-8999-100A3A4CDC36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Flutter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Csoportba foglalás 19">
            <a:extLst>
              <a:ext uri="{FF2B5EF4-FFF2-40B4-BE49-F238E27FC236}">
                <a16:creationId xmlns:a16="http://schemas.microsoft.com/office/drawing/2014/main" id="{5AC6B15E-B860-CF03-B0F9-FAE7F60E7985}"/>
              </a:ext>
            </a:extLst>
          </p:cNvPr>
          <p:cNvGrpSpPr/>
          <p:nvPr/>
        </p:nvGrpSpPr>
        <p:grpSpPr>
          <a:xfrm>
            <a:off x="1407567" y="7151395"/>
            <a:ext cx="6248276" cy="840213"/>
            <a:chOff x="1437179" y="6152097"/>
            <a:chExt cx="4972374" cy="840213"/>
          </a:xfrm>
        </p:grpSpPr>
        <p:sp>
          <p:nvSpPr>
            <p:cNvPr id="21" name="Téglalap: lekerekített 20">
              <a:extLst>
                <a:ext uri="{FF2B5EF4-FFF2-40B4-BE49-F238E27FC236}">
                  <a16:creationId xmlns:a16="http://schemas.microsoft.com/office/drawing/2014/main" id="{C544B64F-1734-1C85-288E-9EE2254C4743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2" name="Picture 2">
              <a:extLst>
                <a:ext uri="{FF2B5EF4-FFF2-40B4-BE49-F238E27FC236}">
                  <a16:creationId xmlns:a16="http://schemas.microsoft.com/office/drawing/2014/main" id="{CCF8F89B-7AC1-6F58-3BD8-03E203DE8D3C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/>
            <a:srcRect/>
            <a:stretch/>
          </p:blipFill>
          <p:spPr bwMode="auto">
            <a:xfrm>
              <a:off x="1437179" y="6272782"/>
              <a:ext cx="847211" cy="598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Szövegdoboz 22">
              <a:extLst>
                <a:ext uri="{FF2B5EF4-FFF2-40B4-BE49-F238E27FC236}">
                  <a16:creationId xmlns:a16="http://schemas.microsoft.com/office/drawing/2014/main" id="{7A919370-C68D-3F1E-C1FB-7F0937163B6E}"/>
                </a:ext>
              </a:extLst>
            </p:cNvPr>
            <p:cNvSpPr txBox="1"/>
            <p:nvPr/>
          </p:nvSpPr>
          <p:spPr>
            <a:xfrm>
              <a:off x="2203253" y="6249036"/>
              <a:ext cx="4206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Python &amp; </a:t>
              </a:r>
              <a:r>
                <a:rPr lang="en-US" sz="3600" b="1" dirty="0" err="1">
                  <a:solidFill>
                    <a:schemeClr val="bg1"/>
                  </a:solidFill>
                </a:rPr>
                <a:t>Netmiko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Csoportba foglalás 23">
            <a:extLst>
              <a:ext uri="{FF2B5EF4-FFF2-40B4-BE49-F238E27FC236}">
                <a16:creationId xmlns:a16="http://schemas.microsoft.com/office/drawing/2014/main" id="{A68F3A38-6509-47A8-3D65-448FC7B0590A}"/>
              </a:ext>
            </a:extLst>
          </p:cNvPr>
          <p:cNvGrpSpPr/>
          <p:nvPr/>
        </p:nvGrpSpPr>
        <p:grpSpPr>
          <a:xfrm>
            <a:off x="7096124" y="6152097"/>
            <a:ext cx="4276725" cy="840213"/>
            <a:chOff x="1552575" y="6152097"/>
            <a:chExt cx="4276725" cy="840213"/>
          </a:xfrm>
        </p:grpSpPr>
        <p:sp>
          <p:nvSpPr>
            <p:cNvPr id="25" name="Téglalap: lekerekített 24">
              <a:extLst>
                <a:ext uri="{FF2B5EF4-FFF2-40B4-BE49-F238E27FC236}">
                  <a16:creationId xmlns:a16="http://schemas.microsoft.com/office/drawing/2014/main" id="{47606AD3-B627-7A99-8DA4-095E55415B61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6" name="Picture 2">
              <a:extLst>
                <a:ext uri="{FF2B5EF4-FFF2-40B4-BE49-F238E27FC236}">
                  <a16:creationId xmlns:a16="http://schemas.microsoft.com/office/drawing/2014/main" id="{47A0DCB4-11DE-F170-188A-9B965DFB21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Szövegdoboz 26">
              <a:extLst>
                <a:ext uri="{FF2B5EF4-FFF2-40B4-BE49-F238E27FC236}">
                  <a16:creationId xmlns:a16="http://schemas.microsoft.com/office/drawing/2014/main" id="{093CCB3E-D595-E493-5576-38C4DF9D1ECD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Dart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7156CA65-3710-A803-3351-C545A8573C62}"/>
              </a:ext>
            </a:extLst>
          </p:cNvPr>
          <p:cNvGrpSpPr/>
          <p:nvPr/>
        </p:nvGrpSpPr>
        <p:grpSpPr>
          <a:xfrm>
            <a:off x="7096123" y="7151395"/>
            <a:ext cx="4276725" cy="840213"/>
            <a:chOff x="1552575" y="6152097"/>
            <a:chExt cx="4276725" cy="840213"/>
          </a:xfrm>
        </p:grpSpPr>
        <p:sp>
          <p:nvSpPr>
            <p:cNvPr id="29" name="Téglalap: lekerekített 28">
              <a:extLst>
                <a:ext uri="{FF2B5EF4-FFF2-40B4-BE49-F238E27FC236}">
                  <a16:creationId xmlns:a16="http://schemas.microsoft.com/office/drawing/2014/main" id="{200F10BB-E4E6-C0AF-751A-336C3FD909C7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30" name="Picture 2">
              <a:extLst>
                <a:ext uri="{FF2B5EF4-FFF2-40B4-BE49-F238E27FC236}">
                  <a16:creationId xmlns:a16="http://schemas.microsoft.com/office/drawing/2014/main" id="{7C920261-532D-D5BE-BD21-136CC0EA94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Szövegdoboz 30">
              <a:extLst>
                <a:ext uri="{FF2B5EF4-FFF2-40B4-BE49-F238E27FC236}">
                  <a16:creationId xmlns:a16="http://schemas.microsoft.com/office/drawing/2014/main" id="{BB8B03B4-32A9-BD06-4B11-EF6B03BD78E3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RPC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3" name="Google Shape;59;p13">
            <a:extLst>
              <a:ext uri="{FF2B5EF4-FFF2-40B4-BE49-F238E27FC236}">
                <a16:creationId xmlns:a16="http://schemas.microsoft.com/office/drawing/2014/main" id="{846A396F-FD60-FDA5-E0EE-1811A3228C59}"/>
              </a:ext>
            </a:extLst>
          </p:cNvPr>
          <p:cNvSpPr/>
          <p:nvPr/>
        </p:nvSpPr>
        <p:spPr>
          <a:xfrm>
            <a:off x="6280190" y="10630912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60;p13">
            <a:extLst>
              <a:ext uri="{FF2B5EF4-FFF2-40B4-BE49-F238E27FC236}">
                <a16:creationId xmlns:a16="http://schemas.microsoft.com/office/drawing/2014/main" id="{659FDE9E-6A84-418E-978B-9208916625F9}"/>
              </a:ext>
            </a:extLst>
          </p:cNvPr>
          <p:cNvSpPr/>
          <p:nvPr/>
        </p:nvSpPr>
        <p:spPr>
          <a:xfrm>
            <a:off x="6469142" y="10715923"/>
            <a:ext cx="132398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650" b="0" i="0" u="none" strike="noStrike" cap="none"/>
          </a:p>
        </p:txBody>
      </p:sp>
      <p:sp>
        <p:nvSpPr>
          <p:cNvPr id="35" name="Google Shape;61;p13">
            <a:extLst>
              <a:ext uri="{FF2B5EF4-FFF2-40B4-BE49-F238E27FC236}">
                <a16:creationId xmlns:a16="http://schemas.microsoft.com/office/drawing/2014/main" id="{9C68F872-BEAC-2D5C-B801-98CEE382C90F}"/>
              </a:ext>
            </a:extLst>
          </p:cNvPr>
          <p:cNvSpPr/>
          <p:nvPr/>
        </p:nvSpPr>
        <p:spPr>
          <a:xfrm>
            <a:off x="7017306" y="10630913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Iroda</a:t>
            </a:r>
            <a:endParaRPr sz="2200" b="0" i="0" u="none" strike="noStrike" cap="none" dirty="0"/>
          </a:p>
        </p:txBody>
      </p:sp>
      <p:sp>
        <p:nvSpPr>
          <p:cNvPr id="36" name="Google Shape;62;p13">
            <a:extLst>
              <a:ext uri="{FF2B5EF4-FFF2-40B4-BE49-F238E27FC236}">
                <a16:creationId xmlns:a16="http://schemas.microsoft.com/office/drawing/2014/main" id="{9897ED41-55E4-FA1A-9CFD-52F8630218B7}"/>
              </a:ext>
            </a:extLst>
          </p:cNvPr>
          <p:cNvSpPr/>
          <p:nvPr/>
        </p:nvSpPr>
        <p:spPr>
          <a:xfrm>
            <a:off x="7022606" y="11141214"/>
            <a:ext cx="2927747" cy="143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tech support</a:t>
            </a:r>
          </a:p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Programozók</a:t>
            </a:r>
          </a:p>
          <a:p>
            <a:pPr marR="0" lvl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+    Rendszergazda</a:t>
            </a:r>
            <a:endParaRPr sz="1750" b="0" i="0" u="none" strike="noStrike" cap="none" dirty="0"/>
          </a:p>
        </p:txBody>
      </p:sp>
      <p:sp>
        <p:nvSpPr>
          <p:cNvPr id="37" name="Google Shape;63;p13">
            <a:extLst>
              <a:ext uri="{FF2B5EF4-FFF2-40B4-BE49-F238E27FC236}">
                <a16:creationId xmlns:a16="http://schemas.microsoft.com/office/drawing/2014/main" id="{19C306C8-FAAE-DD7B-35F2-7ADB76C9474C}"/>
              </a:ext>
            </a:extLst>
          </p:cNvPr>
          <p:cNvSpPr/>
          <p:nvPr/>
        </p:nvSpPr>
        <p:spPr>
          <a:xfrm>
            <a:off x="10171867" y="10630912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64;p13">
            <a:extLst>
              <a:ext uri="{FF2B5EF4-FFF2-40B4-BE49-F238E27FC236}">
                <a16:creationId xmlns:a16="http://schemas.microsoft.com/office/drawing/2014/main" id="{FF23CEA5-4659-B28F-20F3-169DD723F281}"/>
              </a:ext>
            </a:extLst>
          </p:cNvPr>
          <p:cNvSpPr/>
          <p:nvPr/>
        </p:nvSpPr>
        <p:spPr>
          <a:xfrm>
            <a:off x="10333196" y="10715923"/>
            <a:ext cx="18752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650" b="0" i="0" u="none" strike="noStrike" cap="none"/>
          </a:p>
        </p:txBody>
      </p:sp>
      <p:sp>
        <p:nvSpPr>
          <p:cNvPr id="39" name="Google Shape;65;p13">
            <a:extLst>
              <a:ext uri="{FF2B5EF4-FFF2-40B4-BE49-F238E27FC236}">
                <a16:creationId xmlns:a16="http://schemas.microsoft.com/office/drawing/2014/main" id="{7501316C-66C9-3EEE-0AA6-286409B5BA7C}"/>
              </a:ext>
            </a:extLst>
          </p:cNvPr>
          <p:cNvSpPr/>
          <p:nvPr/>
        </p:nvSpPr>
        <p:spPr>
          <a:xfrm>
            <a:off x="10908983" y="10630912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Szerverterem</a:t>
            </a:r>
            <a:endParaRPr sz="2200" b="0" i="0" u="none" strike="noStrike" cap="none" dirty="0"/>
          </a:p>
        </p:txBody>
      </p:sp>
      <p:sp>
        <p:nvSpPr>
          <p:cNvPr id="40" name="Google Shape;66;p13">
            <a:extLst>
              <a:ext uri="{FF2B5EF4-FFF2-40B4-BE49-F238E27FC236}">
                <a16:creationId xmlns:a16="http://schemas.microsoft.com/office/drawing/2014/main" id="{EDA28E11-68E7-CA2D-BF87-4DA4DD59B0F0}"/>
              </a:ext>
            </a:extLst>
          </p:cNvPr>
          <p:cNvSpPr/>
          <p:nvPr/>
        </p:nvSpPr>
        <p:spPr>
          <a:xfrm>
            <a:off x="10908983" y="11121331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Publikus &amp; Dolgozói weboldal, Adatbázis, etc…</a:t>
            </a:r>
            <a:endParaRPr sz="1750" b="0" i="0" u="none" strike="noStrike" cap="none" dirty="0"/>
          </a:p>
        </p:txBody>
      </p:sp>
      <p:sp>
        <p:nvSpPr>
          <p:cNvPr id="41" name="Google Shape;67;p13">
            <a:extLst>
              <a:ext uri="{FF2B5EF4-FFF2-40B4-BE49-F238E27FC236}">
                <a16:creationId xmlns:a16="http://schemas.microsoft.com/office/drawing/2014/main" id="{18E4E87E-8761-D292-1E1B-4163079B80C7}"/>
              </a:ext>
            </a:extLst>
          </p:cNvPr>
          <p:cNvSpPr/>
          <p:nvPr/>
        </p:nvSpPr>
        <p:spPr>
          <a:xfrm>
            <a:off x="6280190" y="1305490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0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68;p13">
            <a:extLst>
              <a:ext uri="{FF2B5EF4-FFF2-40B4-BE49-F238E27FC236}">
                <a16:creationId xmlns:a16="http://schemas.microsoft.com/office/drawing/2014/main" id="{D634A841-3FC0-64BF-3416-D69C6B930866}"/>
              </a:ext>
            </a:extLst>
          </p:cNvPr>
          <p:cNvSpPr/>
          <p:nvPr/>
        </p:nvSpPr>
        <p:spPr>
          <a:xfrm>
            <a:off x="6437114" y="13139916"/>
            <a:ext cx="196334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650" b="0" i="0" u="none" strike="noStrike" cap="none"/>
          </a:p>
        </p:txBody>
      </p:sp>
      <p:sp>
        <p:nvSpPr>
          <p:cNvPr id="43" name="Google Shape;69;p13">
            <a:extLst>
              <a:ext uri="{FF2B5EF4-FFF2-40B4-BE49-F238E27FC236}">
                <a16:creationId xmlns:a16="http://schemas.microsoft.com/office/drawing/2014/main" id="{03424C99-8D4F-F9F2-6714-A68360FFC535}"/>
              </a:ext>
            </a:extLst>
          </p:cNvPr>
          <p:cNvSpPr/>
          <p:nvPr/>
        </p:nvSpPr>
        <p:spPr>
          <a:xfrm>
            <a:off x="7017306" y="13054907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Raktár</a:t>
            </a:r>
            <a:endParaRPr sz="2200" b="0" i="0" u="none" strike="noStrike" cap="none" dirty="0"/>
          </a:p>
        </p:txBody>
      </p:sp>
      <p:sp>
        <p:nvSpPr>
          <p:cNvPr id="44" name="Google Shape;70;p13">
            <a:extLst>
              <a:ext uri="{FF2B5EF4-FFF2-40B4-BE49-F238E27FC236}">
                <a16:creationId xmlns:a16="http://schemas.microsoft.com/office/drawing/2014/main" id="{0272E170-A409-8E9E-39F5-1920005E702F}"/>
              </a:ext>
            </a:extLst>
          </p:cNvPr>
          <p:cNvSpPr/>
          <p:nvPr/>
        </p:nvSpPr>
        <p:spPr>
          <a:xfrm>
            <a:off x="7022606" y="13565207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Vezeték nélküli hálózat, AAA</a:t>
            </a:r>
            <a:endParaRPr sz="1750" b="0" i="0" u="none" strike="noStrike" cap="none" dirty="0"/>
          </a:p>
        </p:txBody>
      </p:sp>
      <p:sp>
        <p:nvSpPr>
          <p:cNvPr id="45" name="Google Shape;71;p13">
            <a:extLst>
              <a:ext uri="{FF2B5EF4-FFF2-40B4-BE49-F238E27FC236}">
                <a16:creationId xmlns:a16="http://schemas.microsoft.com/office/drawing/2014/main" id="{0887D320-B46E-921E-CD9B-90C6AC22DADA}"/>
              </a:ext>
            </a:extLst>
          </p:cNvPr>
          <p:cNvSpPr/>
          <p:nvPr/>
        </p:nvSpPr>
        <p:spPr>
          <a:xfrm>
            <a:off x="10171867" y="1305490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141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72;p13">
            <a:extLst>
              <a:ext uri="{FF2B5EF4-FFF2-40B4-BE49-F238E27FC236}">
                <a16:creationId xmlns:a16="http://schemas.microsoft.com/office/drawing/2014/main" id="{BE513F05-C1FD-A0E3-EF60-599DEA660D11}"/>
              </a:ext>
            </a:extLst>
          </p:cNvPr>
          <p:cNvSpPr/>
          <p:nvPr/>
        </p:nvSpPr>
        <p:spPr>
          <a:xfrm>
            <a:off x="10323671" y="13139916"/>
            <a:ext cx="20657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650" b="0" i="0" u="none" strike="noStrike" cap="none"/>
          </a:p>
        </p:txBody>
      </p:sp>
      <p:sp>
        <p:nvSpPr>
          <p:cNvPr id="47" name="Google Shape;73;p13">
            <a:extLst>
              <a:ext uri="{FF2B5EF4-FFF2-40B4-BE49-F238E27FC236}">
                <a16:creationId xmlns:a16="http://schemas.microsoft.com/office/drawing/2014/main" id="{7D03D492-8F1C-A979-6C7E-12D13F2E5508}"/>
              </a:ext>
            </a:extLst>
          </p:cNvPr>
          <p:cNvSpPr/>
          <p:nvPr/>
        </p:nvSpPr>
        <p:spPr>
          <a:xfrm>
            <a:off x="10908983" y="13054907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Csomagpont</a:t>
            </a:r>
            <a:endParaRPr sz="2200" b="0" i="0" u="none" strike="noStrike" cap="none" dirty="0"/>
          </a:p>
        </p:txBody>
      </p:sp>
      <p:sp>
        <p:nvSpPr>
          <p:cNvPr id="48" name="Google Shape;74;p13">
            <a:extLst>
              <a:ext uri="{FF2B5EF4-FFF2-40B4-BE49-F238E27FC236}">
                <a16:creationId xmlns:a16="http://schemas.microsoft.com/office/drawing/2014/main" id="{86F8BC38-B9B3-7B49-D4EC-BB5B7FE2D80E}"/>
              </a:ext>
            </a:extLst>
          </p:cNvPr>
          <p:cNvSpPr/>
          <p:nvPr/>
        </p:nvSpPr>
        <p:spPr>
          <a:xfrm>
            <a:off x="10914283" y="13565207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IOT</a:t>
            </a:r>
            <a:endParaRPr sz="1750" b="0" i="0" u="none" strike="noStrike" cap="none" dirty="0"/>
          </a:p>
        </p:txBody>
      </p:sp>
      <p:grpSp>
        <p:nvGrpSpPr>
          <p:cNvPr id="52" name="Csoportba foglalás 51">
            <a:extLst>
              <a:ext uri="{FF2B5EF4-FFF2-40B4-BE49-F238E27FC236}">
                <a16:creationId xmlns:a16="http://schemas.microsoft.com/office/drawing/2014/main" id="{A666B8A0-FA88-D287-71A3-1B1ED12AD496}"/>
              </a:ext>
            </a:extLst>
          </p:cNvPr>
          <p:cNvGrpSpPr/>
          <p:nvPr/>
        </p:nvGrpSpPr>
        <p:grpSpPr>
          <a:xfrm>
            <a:off x="120165" y="9029200"/>
            <a:ext cx="5613998" cy="3145201"/>
            <a:chOff x="120165" y="804898"/>
            <a:chExt cx="5613998" cy="3145201"/>
          </a:xfrm>
        </p:grpSpPr>
        <p:sp>
          <p:nvSpPr>
            <p:cNvPr id="53" name="Téglalap: lekerekített 52">
              <a:extLst>
                <a:ext uri="{FF2B5EF4-FFF2-40B4-BE49-F238E27FC236}">
                  <a16:creationId xmlns:a16="http://schemas.microsoft.com/office/drawing/2014/main" id="{067AE625-2A58-D150-CDA9-3908B7A4055B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54" name="Picture 11">
              <a:extLst>
                <a:ext uri="{FF2B5EF4-FFF2-40B4-BE49-F238E27FC236}">
                  <a16:creationId xmlns:a16="http://schemas.microsoft.com/office/drawing/2014/main" id="{E8732A6D-ABB9-8FDC-2794-0BEB8B922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1">
              <a:extLst>
                <a:ext uri="{FF2B5EF4-FFF2-40B4-BE49-F238E27FC236}">
                  <a16:creationId xmlns:a16="http://schemas.microsoft.com/office/drawing/2014/main" id="{4FCD4762-F267-6132-FB79-A9A31CA605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1">
              <a:extLst>
                <a:ext uri="{FF2B5EF4-FFF2-40B4-BE49-F238E27FC236}">
                  <a16:creationId xmlns:a16="http://schemas.microsoft.com/office/drawing/2014/main" id="{274142E9-996C-0D2C-FC86-2597B83EB9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1">
              <a:extLst>
                <a:ext uri="{FF2B5EF4-FFF2-40B4-BE49-F238E27FC236}">
                  <a16:creationId xmlns:a16="http://schemas.microsoft.com/office/drawing/2014/main" id="{0FC57E49-1A92-FCBF-83A1-8E0DEC0F96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11">
              <a:extLst>
                <a:ext uri="{FF2B5EF4-FFF2-40B4-BE49-F238E27FC236}">
                  <a16:creationId xmlns:a16="http://schemas.microsoft.com/office/drawing/2014/main" id="{E944C0B3-F707-5E82-828F-15FEFA6C14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5">
              <a:extLst>
                <a:ext uri="{FF2B5EF4-FFF2-40B4-BE49-F238E27FC236}">
                  <a16:creationId xmlns:a16="http://schemas.microsoft.com/office/drawing/2014/main" id="{2B80E536-97A0-8EDB-2FE9-5DA300D7F3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0" name="Egyenes összekötő 59">
              <a:extLst>
                <a:ext uri="{FF2B5EF4-FFF2-40B4-BE49-F238E27FC236}">
                  <a16:creationId xmlns:a16="http://schemas.microsoft.com/office/drawing/2014/main" id="{F675F95A-BCCA-F48B-E7F1-D0E1A7D2001E}"/>
                </a:ext>
              </a:extLst>
            </p:cNvPr>
            <p:cNvCxnSpPr>
              <a:cxnSpLocks/>
              <a:stCxn id="58" idx="3"/>
              <a:endCxn id="57" idx="1"/>
            </p:cNvCxnSpPr>
            <p:nvPr/>
          </p:nvCxnSpPr>
          <p:spPr>
            <a:xfrm>
              <a:off x="971751" y="3471345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Egyenes összekötő 60">
              <a:extLst>
                <a:ext uri="{FF2B5EF4-FFF2-40B4-BE49-F238E27FC236}">
                  <a16:creationId xmlns:a16="http://schemas.microsoft.com/office/drawing/2014/main" id="{A7C6534C-7595-F600-FE81-54F8DB480856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Egyenes összekötő 61">
              <a:extLst>
                <a:ext uri="{FF2B5EF4-FFF2-40B4-BE49-F238E27FC236}">
                  <a16:creationId xmlns:a16="http://schemas.microsoft.com/office/drawing/2014/main" id="{C9ED366E-3458-537B-EF81-8BF8AE6ECAE1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gyenes összekötő 62">
              <a:extLst>
                <a:ext uri="{FF2B5EF4-FFF2-40B4-BE49-F238E27FC236}">
                  <a16:creationId xmlns:a16="http://schemas.microsoft.com/office/drawing/2014/main" id="{BD6D2D14-6266-1A59-CFF3-907005C38A26}"/>
                </a:ext>
              </a:extLst>
            </p:cNvPr>
            <p:cNvCxnSpPr>
              <a:cxnSpLocks/>
              <a:stCxn id="56" idx="3"/>
              <a:endCxn id="1041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Egyenes összekötő 1023">
              <a:extLst>
                <a:ext uri="{FF2B5EF4-FFF2-40B4-BE49-F238E27FC236}">
                  <a16:creationId xmlns:a16="http://schemas.microsoft.com/office/drawing/2014/main" id="{12D29212-5E7A-7D8B-3DE0-A1F29E6455D8}"/>
                </a:ext>
              </a:extLst>
            </p:cNvPr>
            <p:cNvCxnSpPr>
              <a:cxnSpLocks/>
              <a:stCxn id="1033" idx="3"/>
              <a:endCxn id="1040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Egyenes összekötő 1024">
              <a:extLst>
                <a:ext uri="{FF2B5EF4-FFF2-40B4-BE49-F238E27FC236}">
                  <a16:creationId xmlns:a16="http://schemas.microsoft.com/office/drawing/2014/main" id="{0142CDAB-768E-89C2-1716-9AE9FBEA8C7B}"/>
                </a:ext>
              </a:extLst>
            </p:cNvPr>
            <p:cNvCxnSpPr>
              <a:cxnSpLocks/>
              <a:stCxn id="55" idx="3"/>
              <a:endCxn id="1033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Egyenes összekötő 1026">
              <a:extLst>
                <a:ext uri="{FF2B5EF4-FFF2-40B4-BE49-F238E27FC236}">
                  <a16:creationId xmlns:a16="http://schemas.microsoft.com/office/drawing/2014/main" id="{80C79938-F54A-A06A-9C2E-C6D2EA226181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Egyenes összekötő 1028">
              <a:extLst>
                <a:ext uri="{FF2B5EF4-FFF2-40B4-BE49-F238E27FC236}">
                  <a16:creationId xmlns:a16="http://schemas.microsoft.com/office/drawing/2014/main" id="{343C1716-65EB-79ED-41A8-04145536E0EB}"/>
                </a:ext>
              </a:extLst>
            </p:cNvPr>
            <p:cNvCxnSpPr>
              <a:cxnSpLocks/>
              <a:stCxn id="57" idx="0"/>
              <a:endCxn id="1033" idx="2"/>
            </p:cNvCxnSpPr>
            <p:nvPr/>
          </p:nvCxnSpPr>
          <p:spPr>
            <a:xfrm flipV="1">
              <a:off x="2512160" y="2912889"/>
              <a:ext cx="0" cy="31461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Egyenes összekötő 1029">
              <a:extLst>
                <a:ext uri="{FF2B5EF4-FFF2-40B4-BE49-F238E27FC236}">
                  <a16:creationId xmlns:a16="http://schemas.microsoft.com/office/drawing/2014/main" id="{1FD42A65-762C-E213-D74C-D3C464AD1EDF}"/>
                </a:ext>
              </a:extLst>
            </p:cNvPr>
            <p:cNvCxnSpPr>
              <a:cxnSpLocks/>
              <a:stCxn id="1040" idx="3"/>
              <a:endCxn id="59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Egyenes összekötő 1030">
              <a:extLst>
                <a:ext uri="{FF2B5EF4-FFF2-40B4-BE49-F238E27FC236}">
                  <a16:creationId xmlns:a16="http://schemas.microsoft.com/office/drawing/2014/main" id="{0471E895-0AB2-7F9C-8146-15D015A492E7}"/>
                </a:ext>
              </a:extLst>
            </p:cNvPr>
            <p:cNvCxnSpPr>
              <a:cxnSpLocks/>
              <a:stCxn id="1041" idx="3"/>
              <a:endCxn id="59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Téglalap: lekerekített 1031">
              <a:extLst>
                <a:ext uri="{FF2B5EF4-FFF2-40B4-BE49-F238E27FC236}">
                  <a16:creationId xmlns:a16="http://schemas.microsoft.com/office/drawing/2014/main" id="{09B920C8-5957-B066-4DE6-8B5F70EBB06B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1033" name="Picture 11">
              <a:extLst>
                <a:ext uri="{FF2B5EF4-FFF2-40B4-BE49-F238E27FC236}">
                  <a16:creationId xmlns:a16="http://schemas.microsoft.com/office/drawing/2014/main" id="{4F258BF5-C62B-D37C-4229-EE3524C94D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34" name="Egyenes összekötő 1033">
              <a:extLst>
                <a:ext uri="{FF2B5EF4-FFF2-40B4-BE49-F238E27FC236}">
                  <a16:creationId xmlns:a16="http://schemas.microsoft.com/office/drawing/2014/main" id="{8A6C2E4C-4D24-12CA-BB2E-CAFC097F743B}"/>
                </a:ext>
              </a:extLst>
            </p:cNvPr>
            <p:cNvCxnSpPr>
              <a:cxnSpLocks/>
              <a:stCxn id="1033" idx="3"/>
              <a:endCxn id="1039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Egyenes összekötő 1034">
              <a:extLst>
                <a:ext uri="{FF2B5EF4-FFF2-40B4-BE49-F238E27FC236}">
                  <a16:creationId xmlns:a16="http://schemas.microsoft.com/office/drawing/2014/main" id="{F830A9E7-CD51-EB17-ED4F-0B0ABE03186A}"/>
                </a:ext>
              </a:extLst>
            </p:cNvPr>
            <p:cNvCxnSpPr>
              <a:cxnSpLocks/>
              <a:stCxn id="56" idx="3"/>
              <a:endCxn id="1039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Egyenes összekötő 1035">
              <a:extLst>
                <a:ext uri="{FF2B5EF4-FFF2-40B4-BE49-F238E27FC236}">
                  <a16:creationId xmlns:a16="http://schemas.microsoft.com/office/drawing/2014/main" id="{74DCD73F-620A-0AAC-4084-D6209F432B71}"/>
                </a:ext>
              </a:extLst>
            </p:cNvPr>
            <p:cNvCxnSpPr>
              <a:cxnSpLocks/>
              <a:stCxn id="56" idx="3"/>
              <a:endCxn id="1038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Egyenes összekötő 1036">
              <a:extLst>
                <a:ext uri="{FF2B5EF4-FFF2-40B4-BE49-F238E27FC236}">
                  <a16:creationId xmlns:a16="http://schemas.microsoft.com/office/drawing/2014/main" id="{98A9DE17-4669-39C7-5286-D3868DA054B8}"/>
                </a:ext>
              </a:extLst>
            </p:cNvPr>
            <p:cNvCxnSpPr>
              <a:cxnSpLocks/>
              <a:stCxn id="1033" idx="3"/>
              <a:endCxn id="1038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8" name="Picture 11">
              <a:extLst>
                <a:ext uri="{FF2B5EF4-FFF2-40B4-BE49-F238E27FC236}">
                  <a16:creationId xmlns:a16="http://schemas.microsoft.com/office/drawing/2014/main" id="{B889B195-0590-F8F3-5557-FBBA7A88FE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9" name="Picture 11">
              <a:extLst>
                <a:ext uri="{FF2B5EF4-FFF2-40B4-BE49-F238E27FC236}">
                  <a16:creationId xmlns:a16="http://schemas.microsoft.com/office/drawing/2014/main" id="{4E3E629E-4071-A58D-5B84-320D58349E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0" name="Picture 11">
              <a:extLst>
                <a:ext uri="{FF2B5EF4-FFF2-40B4-BE49-F238E27FC236}">
                  <a16:creationId xmlns:a16="http://schemas.microsoft.com/office/drawing/2014/main" id="{1908F8E0-8B24-019E-1679-ECFAD984E4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1" name="Picture 11">
              <a:extLst>
                <a:ext uri="{FF2B5EF4-FFF2-40B4-BE49-F238E27FC236}">
                  <a16:creationId xmlns:a16="http://schemas.microsoft.com/office/drawing/2014/main" id="{E34F10E9-C455-AD13-E917-3CF5BC7B40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42" name="Csoportba foglalás 1041">
            <a:extLst>
              <a:ext uri="{FF2B5EF4-FFF2-40B4-BE49-F238E27FC236}">
                <a16:creationId xmlns:a16="http://schemas.microsoft.com/office/drawing/2014/main" id="{60711040-433A-3D55-B4C6-93507BB8F82E}"/>
              </a:ext>
            </a:extLst>
          </p:cNvPr>
          <p:cNvGrpSpPr/>
          <p:nvPr/>
        </p:nvGrpSpPr>
        <p:grpSpPr>
          <a:xfrm>
            <a:off x="117062" y="12349142"/>
            <a:ext cx="4116962" cy="2305915"/>
            <a:chOff x="117062" y="4124840"/>
            <a:chExt cx="4116962" cy="2305915"/>
          </a:xfrm>
        </p:grpSpPr>
        <p:sp>
          <p:nvSpPr>
            <p:cNvPr id="1043" name="Téglalap: lekerekített 1042">
              <a:extLst>
                <a:ext uri="{FF2B5EF4-FFF2-40B4-BE49-F238E27FC236}">
                  <a16:creationId xmlns:a16="http://schemas.microsoft.com/office/drawing/2014/main" id="{5BD92060-5533-6776-024E-FE1B3CFF80BE}"/>
                </a:ext>
              </a:extLst>
            </p:cNvPr>
            <p:cNvSpPr/>
            <p:nvPr/>
          </p:nvSpPr>
          <p:spPr>
            <a:xfrm>
              <a:off x="193263" y="42188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044" name="Téglalap: lekerekített 1043">
              <a:extLst>
                <a:ext uri="{FF2B5EF4-FFF2-40B4-BE49-F238E27FC236}">
                  <a16:creationId xmlns:a16="http://schemas.microsoft.com/office/drawing/2014/main" id="{68A851E9-93D7-C423-5244-02F26684617A}"/>
                </a:ext>
              </a:extLst>
            </p:cNvPr>
            <p:cNvSpPr/>
            <p:nvPr/>
          </p:nvSpPr>
          <p:spPr>
            <a:xfrm>
              <a:off x="117062" y="41248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1045" name="Picture 11">
              <a:extLst>
                <a:ext uri="{FF2B5EF4-FFF2-40B4-BE49-F238E27FC236}">
                  <a16:creationId xmlns:a16="http://schemas.microsoft.com/office/drawing/2014/main" id="{589C01CB-AA28-4C72-51F6-8F9CB01B69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6" name="Picture 11">
              <a:extLst>
                <a:ext uri="{FF2B5EF4-FFF2-40B4-BE49-F238E27FC236}">
                  <a16:creationId xmlns:a16="http://schemas.microsoft.com/office/drawing/2014/main" id="{683A4A34-0E0B-0C6B-A1C7-BE992DCC6C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7" name="Picture 5">
              <a:extLst>
                <a:ext uri="{FF2B5EF4-FFF2-40B4-BE49-F238E27FC236}">
                  <a16:creationId xmlns:a16="http://schemas.microsoft.com/office/drawing/2014/main" id="{5C9E3621-AB45-B80B-1B59-E86060E34B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51083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48" name="Egyenes összekötő 1047">
              <a:extLst>
                <a:ext uri="{FF2B5EF4-FFF2-40B4-BE49-F238E27FC236}">
                  <a16:creationId xmlns:a16="http://schemas.microsoft.com/office/drawing/2014/main" id="{1F78A511-8B2B-6D31-E7F6-973225A71A8F}"/>
                </a:ext>
              </a:extLst>
            </p:cNvPr>
            <p:cNvCxnSpPr>
              <a:cxnSpLocks/>
              <a:stCxn id="1046" idx="3"/>
              <a:endCxn id="1054" idx="1"/>
            </p:cNvCxnSpPr>
            <p:nvPr/>
          </p:nvCxnSpPr>
          <p:spPr>
            <a:xfrm>
              <a:off x="909957" y="49707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Egyenes összekötő 1048">
              <a:extLst>
                <a:ext uri="{FF2B5EF4-FFF2-40B4-BE49-F238E27FC236}">
                  <a16:creationId xmlns:a16="http://schemas.microsoft.com/office/drawing/2014/main" id="{BDCB67AB-25CE-BEEF-B3EB-FBCE14B0754A}"/>
                </a:ext>
              </a:extLst>
            </p:cNvPr>
            <p:cNvCxnSpPr>
              <a:cxnSpLocks/>
              <a:stCxn id="1045" idx="3"/>
              <a:endCxn id="1055" idx="1"/>
            </p:cNvCxnSpPr>
            <p:nvPr/>
          </p:nvCxnSpPr>
          <p:spPr>
            <a:xfrm>
              <a:off x="909957" y="59088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Egyenes összekötő 1049">
              <a:extLst>
                <a:ext uri="{FF2B5EF4-FFF2-40B4-BE49-F238E27FC236}">
                  <a16:creationId xmlns:a16="http://schemas.microsoft.com/office/drawing/2014/main" id="{880DA39A-8416-148E-3863-E546D892B1CB}"/>
                </a:ext>
              </a:extLst>
            </p:cNvPr>
            <p:cNvCxnSpPr>
              <a:cxnSpLocks/>
              <a:stCxn id="1045" idx="3"/>
              <a:endCxn id="1054" idx="1"/>
            </p:cNvCxnSpPr>
            <p:nvPr/>
          </p:nvCxnSpPr>
          <p:spPr>
            <a:xfrm flipV="1">
              <a:off x="909957" y="49707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Egyenes összekötő 1050">
              <a:extLst>
                <a:ext uri="{FF2B5EF4-FFF2-40B4-BE49-F238E27FC236}">
                  <a16:creationId xmlns:a16="http://schemas.microsoft.com/office/drawing/2014/main" id="{E143CBAC-2A60-FCD0-AE42-B74F46FA4177}"/>
                </a:ext>
              </a:extLst>
            </p:cNvPr>
            <p:cNvCxnSpPr>
              <a:cxnSpLocks/>
              <a:stCxn id="1046" idx="3"/>
              <a:endCxn id="1055" idx="1"/>
            </p:cNvCxnSpPr>
            <p:nvPr/>
          </p:nvCxnSpPr>
          <p:spPr>
            <a:xfrm>
              <a:off x="909957" y="49707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Egyenes összekötő 1051">
              <a:extLst>
                <a:ext uri="{FF2B5EF4-FFF2-40B4-BE49-F238E27FC236}">
                  <a16:creationId xmlns:a16="http://schemas.microsoft.com/office/drawing/2014/main" id="{8CA3493C-42BA-94A8-900A-AE885A8B679D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Egyenes összekötő 1052">
              <a:extLst>
                <a:ext uri="{FF2B5EF4-FFF2-40B4-BE49-F238E27FC236}">
                  <a16:creationId xmlns:a16="http://schemas.microsoft.com/office/drawing/2014/main" id="{2FBB36E2-D44D-6474-47FE-0ADC5F5B8B36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4" name="Picture 11">
              <a:extLst>
                <a:ext uri="{FF2B5EF4-FFF2-40B4-BE49-F238E27FC236}">
                  <a16:creationId xmlns:a16="http://schemas.microsoft.com/office/drawing/2014/main" id="{8B5D5734-1AEB-14B9-621B-92C0F71E57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5" name="Picture 11">
              <a:extLst>
                <a:ext uri="{FF2B5EF4-FFF2-40B4-BE49-F238E27FC236}">
                  <a16:creationId xmlns:a16="http://schemas.microsoft.com/office/drawing/2014/main" id="{C7B0F4CD-B058-C000-97A6-9BB481A5C6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56" name="Egyenes összekötő 1055">
              <a:extLst>
                <a:ext uri="{FF2B5EF4-FFF2-40B4-BE49-F238E27FC236}">
                  <a16:creationId xmlns:a16="http://schemas.microsoft.com/office/drawing/2014/main" id="{311BCF9D-5831-F34B-D132-D522949B482E}"/>
                </a:ext>
              </a:extLst>
            </p:cNvPr>
            <p:cNvCxnSpPr>
              <a:cxnSpLocks/>
              <a:stCxn id="1054" idx="3"/>
              <a:endCxn id="1060" idx="1"/>
            </p:cNvCxnSpPr>
            <p:nvPr/>
          </p:nvCxnSpPr>
          <p:spPr>
            <a:xfrm>
              <a:off x="1984792" y="49707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Egyenes összekötő 1056">
              <a:extLst>
                <a:ext uri="{FF2B5EF4-FFF2-40B4-BE49-F238E27FC236}">
                  <a16:creationId xmlns:a16="http://schemas.microsoft.com/office/drawing/2014/main" id="{E65DD17A-434D-E7BD-1440-4A36F22B0FED}"/>
                </a:ext>
              </a:extLst>
            </p:cNvPr>
            <p:cNvCxnSpPr>
              <a:cxnSpLocks/>
              <a:stCxn id="1055" idx="3"/>
              <a:endCxn id="1061" idx="1"/>
            </p:cNvCxnSpPr>
            <p:nvPr/>
          </p:nvCxnSpPr>
          <p:spPr>
            <a:xfrm>
              <a:off x="1988384" y="59088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Egyenes összekötő 1057">
              <a:extLst>
                <a:ext uri="{FF2B5EF4-FFF2-40B4-BE49-F238E27FC236}">
                  <a16:creationId xmlns:a16="http://schemas.microsoft.com/office/drawing/2014/main" id="{50C594E8-068C-80EC-F664-1B4661E8CE82}"/>
                </a:ext>
              </a:extLst>
            </p:cNvPr>
            <p:cNvCxnSpPr>
              <a:cxnSpLocks/>
              <a:stCxn id="1061" idx="3"/>
              <a:endCxn id="1047" idx="1"/>
            </p:cNvCxnSpPr>
            <p:nvPr/>
          </p:nvCxnSpPr>
          <p:spPr>
            <a:xfrm flipV="1">
              <a:off x="3063340" y="54119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Egyenes összekötő 1058">
              <a:extLst>
                <a:ext uri="{FF2B5EF4-FFF2-40B4-BE49-F238E27FC236}">
                  <a16:creationId xmlns:a16="http://schemas.microsoft.com/office/drawing/2014/main" id="{477B11B3-AA91-51C7-A79A-D0B06F8AD5FB}"/>
                </a:ext>
              </a:extLst>
            </p:cNvPr>
            <p:cNvCxnSpPr>
              <a:cxnSpLocks/>
              <a:stCxn id="1060" idx="3"/>
              <a:endCxn id="1047" idx="1"/>
            </p:cNvCxnSpPr>
            <p:nvPr/>
          </p:nvCxnSpPr>
          <p:spPr>
            <a:xfrm>
              <a:off x="3063340" y="49707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60" name="Picture 11">
              <a:extLst>
                <a:ext uri="{FF2B5EF4-FFF2-40B4-BE49-F238E27FC236}">
                  <a16:creationId xmlns:a16="http://schemas.microsoft.com/office/drawing/2014/main" id="{8EF8FB21-F6EE-BB26-5559-FF0F92E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1" name="Picture 11">
              <a:extLst>
                <a:ext uri="{FF2B5EF4-FFF2-40B4-BE49-F238E27FC236}">
                  <a16:creationId xmlns:a16="http://schemas.microsoft.com/office/drawing/2014/main" id="{1A64E932-48FB-2CF9-2A1A-AB7E695A64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62" name="Csoportba foglalás 1061">
            <a:extLst>
              <a:ext uri="{FF2B5EF4-FFF2-40B4-BE49-F238E27FC236}">
                <a16:creationId xmlns:a16="http://schemas.microsoft.com/office/drawing/2014/main" id="{20EFD529-B674-5810-1441-EE4BB02B4D06}"/>
              </a:ext>
            </a:extLst>
          </p:cNvPr>
          <p:cNvGrpSpPr/>
          <p:nvPr/>
        </p:nvGrpSpPr>
        <p:grpSpPr>
          <a:xfrm>
            <a:off x="117062" y="14818665"/>
            <a:ext cx="4059122" cy="1423482"/>
            <a:chOff x="117062" y="6594363"/>
            <a:chExt cx="4059122" cy="1423482"/>
          </a:xfrm>
        </p:grpSpPr>
        <p:sp>
          <p:nvSpPr>
            <p:cNvPr id="1063" name="Téglalap: lekerekített 1062">
              <a:extLst>
                <a:ext uri="{FF2B5EF4-FFF2-40B4-BE49-F238E27FC236}">
                  <a16:creationId xmlns:a16="http://schemas.microsoft.com/office/drawing/2014/main" id="{47DA1329-CE6C-28FF-0395-04CA2341435A}"/>
                </a:ext>
              </a:extLst>
            </p:cNvPr>
            <p:cNvSpPr/>
            <p:nvPr/>
          </p:nvSpPr>
          <p:spPr>
            <a:xfrm>
              <a:off x="193263" y="66883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064" name="Téglalap: lekerekített 1063">
              <a:extLst>
                <a:ext uri="{FF2B5EF4-FFF2-40B4-BE49-F238E27FC236}">
                  <a16:creationId xmlns:a16="http://schemas.microsoft.com/office/drawing/2014/main" id="{0E882443-D430-64B9-3D64-7CD692E04F97}"/>
                </a:ext>
              </a:extLst>
            </p:cNvPr>
            <p:cNvSpPr/>
            <p:nvPr/>
          </p:nvSpPr>
          <p:spPr>
            <a:xfrm>
              <a:off x="117062" y="65943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065" name="Picture 5">
              <a:extLst>
                <a:ext uri="{FF2B5EF4-FFF2-40B4-BE49-F238E27FC236}">
                  <a16:creationId xmlns:a16="http://schemas.microsoft.com/office/drawing/2014/main" id="{7F06E566-A4F8-1B3D-8219-F35E1D72C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71316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66" name="Egyenes összekötő 1065">
              <a:extLst>
                <a:ext uri="{FF2B5EF4-FFF2-40B4-BE49-F238E27FC236}">
                  <a16:creationId xmlns:a16="http://schemas.microsoft.com/office/drawing/2014/main" id="{7B49C0E9-10D0-68A8-A86F-4F28DD568A13}"/>
                </a:ext>
              </a:extLst>
            </p:cNvPr>
            <p:cNvCxnSpPr>
              <a:cxnSpLocks/>
              <a:stCxn id="1067" idx="3"/>
              <a:endCxn id="1065" idx="1"/>
            </p:cNvCxnSpPr>
            <p:nvPr/>
          </p:nvCxnSpPr>
          <p:spPr>
            <a:xfrm flipV="1">
              <a:off x="3063340" y="74352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67" name="Picture 11">
              <a:extLst>
                <a:ext uri="{FF2B5EF4-FFF2-40B4-BE49-F238E27FC236}">
                  <a16:creationId xmlns:a16="http://schemas.microsoft.com/office/drawing/2014/main" id="{1FCF3E45-259A-C89B-2371-4A9D80DF6F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8" name="Picture 11">
              <a:extLst>
                <a:ext uri="{FF2B5EF4-FFF2-40B4-BE49-F238E27FC236}">
                  <a16:creationId xmlns:a16="http://schemas.microsoft.com/office/drawing/2014/main" id="{BA1EA483-CB76-D428-DCE6-9B81E4462E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69" name="Egyenes összekötő 1068">
              <a:extLst>
                <a:ext uri="{FF2B5EF4-FFF2-40B4-BE49-F238E27FC236}">
                  <a16:creationId xmlns:a16="http://schemas.microsoft.com/office/drawing/2014/main" id="{3CC9C39C-20CA-060B-17E0-C50DEFBF0954}"/>
                </a:ext>
              </a:extLst>
            </p:cNvPr>
            <p:cNvCxnSpPr>
              <a:cxnSpLocks/>
              <a:stCxn id="1067" idx="1"/>
              <a:endCxn id="1068" idx="3"/>
            </p:cNvCxnSpPr>
            <p:nvPr/>
          </p:nvCxnSpPr>
          <p:spPr>
            <a:xfrm flipH="1">
              <a:off x="1973144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70" name="Picture 11">
              <a:extLst>
                <a:ext uri="{FF2B5EF4-FFF2-40B4-BE49-F238E27FC236}">
                  <a16:creationId xmlns:a16="http://schemas.microsoft.com/office/drawing/2014/main" id="{C61CB845-68A9-AFCE-6C65-4DB7E1289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71" name="Egyenes összekötő 1070">
              <a:extLst>
                <a:ext uri="{FF2B5EF4-FFF2-40B4-BE49-F238E27FC236}">
                  <a16:creationId xmlns:a16="http://schemas.microsoft.com/office/drawing/2014/main" id="{151DFD75-6FF5-0F86-7680-50F8680E3830}"/>
                </a:ext>
              </a:extLst>
            </p:cNvPr>
            <p:cNvCxnSpPr>
              <a:cxnSpLocks/>
              <a:stCxn id="1070" idx="3"/>
              <a:endCxn id="1068" idx="1"/>
            </p:cNvCxnSpPr>
            <p:nvPr/>
          </p:nvCxnSpPr>
          <p:spPr>
            <a:xfrm>
              <a:off x="882948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4" name="Ellipszis 1073">
            <a:extLst>
              <a:ext uri="{FF2B5EF4-FFF2-40B4-BE49-F238E27FC236}">
                <a16:creationId xmlns:a16="http://schemas.microsoft.com/office/drawing/2014/main" id="{D2DF2400-199A-E8A7-1843-43F2F7623620}"/>
              </a:ext>
            </a:extLst>
          </p:cNvPr>
          <p:cNvSpPr/>
          <p:nvPr/>
        </p:nvSpPr>
        <p:spPr>
          <a:xfrm>
            <a:off x="14072886" y="193563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075" name="Egyenes összekötő nyíllal 1074">
            <a:extLst>
              <a:ext uri="{FF2B5EF4-FFF2-40B4-BE49-F238E27FC236}">
                <a16:creationId xmlns:a16="http://schemas.microsoft.com/office/drawing/2014/main" id="{B50205AE-67A2-D990-0B4F-56F1B158C3F1}"/>
              </a:ext>
            </a:extLst>
          </p:cNvPr>
          <p:cNvCxnSpPr>
            <a:cxnSpLocks/>
          </p:cNvCxnSpPr>
          <p:nvPr/>
        </p:nvCxnSpPr>
        <p:spPr>
          <a:xfrm>
            <a:off x="14227668" y="628650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6" name="Ellipszis 1075">
            <a:extLst>
              <a:ext uri="{FF2B5EF4-FFF2-40B4-BE49-F238E27FC236}">
                <a16:creationId xmlns:a16="http://schemas.microsoft.com/office/drawing/2014/main" id="{2B04A13F-CC47-0113-0AFA-D4E73D066AB5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77" name="Google Shape;205;p22">
            <a:extLst>
              <a:ext uri="{FF2B5EF4-FFF2-40B4-BE49-F238E27FC236}">
                <a16:creationId xmlns:a16="http://schemas.microsoft.com/office/drawing/2014/main" id="{3ADBA8D8-208C-FDB1-8EB6-252E7411ABA9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  <p:cxnSp>
        <p:nvCxnSpPr>
          <p:cNvPr id="1078" name="Egyenes összekötő nyíllal 1077">
            <a:extLst>
              <a:ext uri="{FF2B5EF4-FFF2-40B4-BE49-F238E27FC236}">
                <a16:creationId xmlns:a16="http://schemas.microsoft.com/office/drawing/2014/main" id="{6D8E6B33-30D4-F8CE-3E1F-33CB4694ADBE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2" name="Google Shape;205;p22">
            <a:extLst>
              <a:ext uri="{FF2B5EF4-FFF2-40B4-BE49-F238E27FC236}">
                <a16:creationId xmlns:a16="http://schemas.microsoft.com/office/drawing/2014/main" id="{59C6F9D8-244D-745C-16E6-27FAF21E2A61}"/>
              </a:ext>
            </a:extLst>
          </p:cNvPr>
          <p:cNvSpPr/>
          <p:nvPr/>
        </p:nvSpPr>
        <p:spPr>
          <a:xfrm>
            <a:off x="1257639" y="8162953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Hálózati Topológia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676525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zis 1">
            <a:extLst>
              <a:ext uri="{FF2B5EF4-FFF2-40B4-BE49-F238E27FC236}">
                <a16:creationId xmlns:a16="http://schemas.microsoft.com/office/drawing/2014/main" id="{7BCB2E04-BDC4-4405-5847-D2AD22F1FA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96858" y="-2127155"/>
            <a:ext cx="9658513" cy="9658513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9" name="Google Shape;59;p13"/>
          <p:cNvSpPr/>
          <p:nvPr/>
        </p:nvSpPr>
        <p:spPr>
          <a:xfrm>
            <a:off x="6280190" y="2406610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6469142" y="2491621"/>
            <a:ext cx="132398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650" b="0" i="0" u="none" strike="noStrike" cap="none"/>
          </a:p>
        </p:txBody>
      </p:sp>
      <p:sp>
        <p:nvSpPr>
          <p:cNvPr id="61" name="Google Shape;61;p13"/>
          <p:cNvSpPr/>
          <p:nvPr/>
        </p:nvSpPr>
        <p:spPr>
          <a:xfrm>
            <a:off x="7017306" y="2406611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Iroda</a:t>
            </a:r>
            <a:endParaRPr sz="2200" b="0" i="0" u="none" strike="noStrike" cap="none" dirty="0"/>
          </a:p>
        </p:txBody>
      </p:sp>
      <p:sp>
        <p:nvSpPr>
          <p:cNvPr id="62" name="Google Shape;62;p13"/>
          <p:cNvSpPr/>
          <p:nvPr/>
        </p:nvSpPr>
        <p:spPr>
          <a:xfrm>
            <a:off x="7022606" y="2916912"/>
            <a:ext cx="2927747" cy="143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tech support</a:t>
            </a:r>
          </a:p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AutoNum type="arabicPeriod"/>
            </a:pPr>
            <a:r>
              <a:rPr lang="en" sz="175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Emelet Programozók</a:t>
            </a:r>
          </a:p>
          <a:p>
            <a:pPr marR="0" lvl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+    Rendszergazda</a:t>
            </a:r>
            <a:endParaRPr sz="1750" b="0" i="0" u="none" strike="noStrike" cap="none" dirty="0"/>
          </a:p>
        </p:txBody>
      </p:sp>
      <p:sp>
        <p:nvSpPr>
          <p:cNvPr id="63" name="Google Shape;63;p13"/>
          <p:cNvSpPr/>
          <p:nvPr/>
        </p:nvSpPr>
        <p:spPr>
          <a:xfrm>
            <a:off x="10171867" y="2406610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10333196" y="2491621"/>
            <a:ext cx="18752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650" b="0" i="0" u="none" strike="noStrike" cap="none"/>
          </a:p>
        </p:txBody>
      </p:sp>
      <p:sp>
        <p:nvSpPr>
          <p:cNvPr id="65" name="Google Shape;65;p13"/>
          <p:cNvSpPr/>
          <p:nvPr/>
        </p:nvSpPr>
        <p:spPr>
          <a:xfrm>
            <a:off x="10908983" y="2406610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Szerverterem</a:t>
            </a:r>
            <a:endParaRPr sz="2200" b="0" i="0" u="none" strike="noStrike" cap="none" dirty="0"/>
          </a:p>
        </p:txBody>
      </p:sp>
      <p:sp>
        <p:nvSpPr>
          <p:cNvPr id="66" name="Google Shape;66;p13"/>
          <p:cNvSpPr/>
          <p:nvPr/>
        </p:nvSpPr>
        <p:spPr>
          <a:xfrm>
            <a:off x="10908983" y="2897029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Publikus &amp; Dolgozói weboldal, Adatbázis, etc…</a:t>
            </a:r>
            <a:endParaRPr sz="1750" b="0" i="0" u="none" strike="noStrike" cap="none" dirty="0"/>
          </a:p>
        </p:txBody>
      </p:sp>
      <p:sp>
        <p:nvSpPr>
          <p:cNvPr id="67" name="Google Shape;67;p13"/>
          <p:cNvSpPr/>
          <p:nvPr/>
        </p:nvSpPr>
        <p:spPr>
          <a:xfrm>
            <a:off x="6280190" y="4830604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0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3"/>
          <p:cNvSpPr/>
          <p:nvPr/>
        </p:nvSpPr>
        <p:spPr>
          <a:xfrm>
            <a:off x="6437114" y="4915614"/>
            <a:ext cx="196334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650" b="0" i="0" u="none" strike="noStrike" cap="none"/>
          </a:p>
        </p:txBody>
      </p:sp>
      <p:sp>
        <p:nvSpPr>
          <p:cNvPr id="69" name="Google Shape;69;p13"/>
          <p:cNvSpPr/>
          <p:nvPr/>
        </p:nvSpPr>
        <p:spPr>
          <a:xfrm>
            <a:off x="7017306" y="4830605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Raktár</a:t>
            </a:r>
            <a:endParaRPr sz="2200" b="0" i="0" u="none" strike="noStrike" cap="none" dirty="0"/>
          </a:p>
        </p:txBody>
      </p:sp>
      <p:sp>
        <p:nvSpPr>
          <p:cNvPr id="70" name="Google Shape;70;p13"/>
          <p:cNvSpPr/>
          <p:nvPr/>
        </p:nvSpPr>
        <p:spPr>
          <a:xfrm>
            <a:off x="7022606" y="5340905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Vezeték nélküli hálózat, AAA</a:t>
            </a:r>
            <a:endParaRPr sz="1750" b="0" i="0" u="none" strike="noStrike" cap="none" dirty="0"/>
          </a:p>
        </p:txBody>
      </p:sp>
      <p:sp>
        <p:nvSpPr>
          <p:cNvPr id="71" name="Google Shape;71;p13"/>
          <p:cNvSpPr/>
          <p:nvPr/>
        </p:nvSpPr>
        <p:spPr>
          <a:xfrm>
            <a:off x="10171867" y="4830604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141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/>
          <p:nvPr/>
        </p:nvSpPr>
        <p:spPr>
          <a:xfrm>
            <a:off x="10323671" y="4915614"/>
            <a:ext cx="20657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650" b="0" i="0" u="none" strike="noStrike" cap="none"/>
          </a:p>
        </p:txBody>
      </p:sp>
      <p:sp>
        <p:nvSpPr>
          <p:cNvPr id="73" name="Google Shape;73;p13"/>
          <p:cNvSpPr/>
          <p:nvPr/>
        </p:nvSpPr>
        <p:spPr>
          <a:xfrm>
            <a:off x="10908983" y="4830605"/>
            <a:ext cx="292774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Csomagpont</a:t>
            </a:r>
            <a:endParaRPr sz="2200" b="0" i="0" u="none" strike="noStrike" cap="none" dirty="0"/>
          </a:p>
        </p:txBody>
      </p:sp>
      <p:sp>
        <p:nvSpPr>
          <p:cNvPr id="74" name="Google Shape;74;p13"/>
          <p:cNvSpPr/>
          <p:nvPr/>
        </p:nvSpPr>
        <p:spPr>
          <a:xfrm>
            <a:off x="10914283" y="5340905"/>
            <a:ext cx="2927747" cy="51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IOT</a:t>
            </a:r>
            <a:endParaRPr sz="1750" b="0" i="0" u="none" strike="noStrike" cap="none" dirty="0"/>
          </a:p>
        </p:txBody>
      </p:sp>
      <p:sp>
        <p:nvSpPr>
          <p:cNvPr id="3" name="Ellipszis 2">
            <a:extLst>
              <a:ext uri="{FF2B5EF4-FFF2-40B4-BE49-F238E27FC236}">
                <a16:creationId xmlns:a16="http://schemas.microsoft.com/office/drawing/2014/main" id="{F517E904-AF7B-111F-A7F9-BB2007C1A0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729465" y="1434887"/>
            <a:ext cx="5049961" cy="5049961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Ellipszis 3">
            <a:extLst>
              <a:ext uri="{FF2B5EF4-FFF2-40B4-BE49-F238E27FC236}">
                <a16:creationId xmlns:a16="http://schemas.microsoft.com/office/drawing/2014/main" id="{742FECE1-2646-BD59-A9E2-CE5704239D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12099" y="5784393"/>
            <a:ext cx="3956577" cy="3956577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137" name="Csoportba foglalás 136">
            <a:extLst>
              <a:ext uri="{FF2B5EF4-FFF2-40B4-BE49-F238E27FC236}">
                <a16:creationId xmlns:a16="http://schemas.microsoft.com/office/drawing/2014/main" id="{BA6185D7-4F47-A9D6-6BC4-39253840EC10}"/>
              </a:ext>
            </a:extLst>
          </p:cNvPr>
          <p:cNvGrpSpPr/>
          <p:nvPr/>
        </p:nvGrpSpPr>
        <p:grpSpPr>
          <a:xfrm>
            <a:off x="120165" y="804898"/>
            <a:ext cx="5613998" cy="3145201"/>
            <a:chOff x="120165" y="804898"/>
            <a:chExt cx="5613998" cy="3145201"/>
          </a:xfrm>
        </p:grpSpPr>
        <p:sp>
          <p:nvSpPr>
            <p:cNvPr id="82" name="Téglalap: lekerekített 81">
              <a:extLst>
                <a:ext uri="{FF2B5EF4-FFF2-40B4-BE49-F238E27FC236}">
                  <a16:creationId xmlns:a16="http://schemas.microsoft.com/office/drawing/2014/main" id="{2EB01593-C9BF-93B3-9EF0-171E17EAA625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83" name="Picture 11">
              <a:extLst>
                <a:ext uri="{FF2B5EF4-FFF2-40B4-BE49-F238E27FC236}">
                  <a16:creationId xmlns:a16="http://schemas.microsoft.com/office/drawing/2014/main" id="{A2DF75BE-424B-72EA-7FBE-3D368C7675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1">
              <a:extLst>
                <a:ext uri="{FF2B5EF4-FFF2-40B4-BE49-F238E27FC236}">
                  <a16:creationId xmlns:a16="http://schemas.microsoft.com/office/drawing/2014/main" id="{43CCE8F9-8C2B-DF31-74AA-FDB365C32A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11">
              <a:extLst>
                <a:ext uri="{FF2B5EF4-FFF2-40B4-BE49-F238E27FC236}">
                  <a16:creationId xmlns:a16="http://schemas.microsoft.com/office/drawing/2014/main" id="{DEE8AD95-8D5B-EFBA-D9EB-6B7BF2D090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5">
              <a:extLst>
                <a:ext uri="{FF2B5EF4-FFF2-40B4-BE49-F238E27FC236}">
                  <a16:creationId xmlns:a16="http://schemas.microsoft.com/office/drawing/2014/main" id="{3D4E343A-142D-C592-1E68-0A32E7AE01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0" name="Egyenes összekötő 89">
              <a:extLst>
                <a:ext uri="{FF2B5EF4-FFF2-40B4-BE49-F238E27FC236}">
                  <a16:creationId xmlns:a16="http://schemas.microsoft.com/office/drawing/2014/main" id="{FB4CC59B-F0CE-9EEF-05A2-1FC9D5D88D3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Egyenes összekötő 90">
              <a:extLst>
                <a:ext uri="{FF2B5EF4-FFF2-40B4-BE49-F238E27FC236}">
                  <a16:creationId xmlns:a16="http://schemas.microsoft.com/office/drawing/2014/main" id="{A0C02A84-A20C-DCD5-1035-C1F12AA77E68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Egyenes összekötő 91">
              <a:extLst>
                <a:ext uri="{FF2B5EF4-FFF2-40B4-BE49-F238E27FC236}">
                  <a16:creationId xmlns:a16="http://schemas.microsoft.com/office/drawing/2014/main" id="{DFB7E587-4E80-FB0A-56F6-619D58A53378}"/>
                </a:ext>
              </a:extLst>
            </p:cNvPr>
            <p:cNvCxnSpPr>
              <a:cxnSpLocks/>
              <a:stCxn id="85" idx="3"/>
              <a:endCxn id="125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gyenes összekötő 92">
              <a:extLst>
                <a:ext uri="{FF2B5EF4-FFF2-40B4-BE49-F238E27FC236}">
                  <a16:creationId xmlns:a16="http://schemas.microsoft.com/office/drawing/2014/main" id="{A6FD146A-4650-0CEB-138E-5A9212E1B287}"/>
                </a:ext>
              </a:extLst>
            </p:cNvPr>
            <p:cNvCxnSpPr>
              <a:cxnSpLocks/>
              <a:stCxn id="102" idx="3"/>
              <a:endCxn id="124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Egyenes összekötő 93">
              <a:extLst>
                <a:ext uri="{FF2B5EF4-FFF2-40B4-BE49-F238E27FC236}">
                  <a16:creationId xmlns:a16="http://schemas.microsoft.com/office/drawing/2014/main" id="{C59FBF7F-29A4-D52E-7E35-E3F873F0918D}"/>
                </a:ext>
              </a:extLst>
            </p:cNvPr>
            <p:cNvCxnSpPr>
              <a:cxnSpLocks/>
              <a:stCxn id="84" idx="3"/>
              <a:endCxn id="102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Egyenes összekötő 94">
              <a:extLst>
                <a:ext uri="{FF2B5EF4-FFF2-40B4-BE49-F238E27FC236}">
                  <a16:creationId xmlns:a16="http://schemas.microsoft.com/office/drawing/2014/main" id="{27449C3D-C12D-969D-439C-4CE9390EC166}"/>
                </a:ext>
              </a:extLst>
            </p:cNvPr>
            <p:cNvCxnSpPr>
              <a:cxnSpLocks/>
              <a:stCxn id="83" idx="3"/>
              <a:endCxn id="85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gyenes összekötő 96">
              <a:extLst>
                <a:ext uri="{FF2B5EF4-FFF2-40B4-BE49-F238E27FC236}">
                  <a16:creationId xmlns:a16="http://schemas.microsoft.com/office/drawing/2014/main" id="{E7EA15F5-CBF7-7BD5-DCE7-1A95231E6593}"/>
                </a:ext>
              </a:extLst>
            </p:cNvPr>
            <p:cNvCxnSpPr>
              <a:cxnSpLocks/>
              <a:stCxn id="124" idx="3"/>
              <a:endCxn id="88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gyenes összekötő 97">
              <a:extLst>
                <a:ext uri="{FF2B5EF4-FFF2-40B4-BE49-F238E27FC236}">
                  <a16:creationId xmlns:a16="http://schemas.microsoft.com/office/drawing/2014/main" id="{B541412A-F2D7-A22F-CDA7-8E07C6CF35DE}"/>
                </a:ext>
              </a:extLst>
            </p:cNvPr>
            <p:cNvCxnSpPr>
              <a:cxnSpLocks/>
              <a:stCxn id="125" idx="3"/>
              <a:endCxn id="88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églalap: lekerekített 98">
              <a:extLst>
                <a:ext uri="{FF2B5EF4-FFF2-40B4-BE49-F238E27FC236}">
                  <a16:creationId xmlns:a16="http://schemas.microsoft.com/office/drawing/2014/main" id="{AD490BC8-3C88-F9AE-6702-7387409D8A6E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102" name="Picture 11">
              <a:extLst>
                <a:ext uri="{FF2B5EF4-FFF2-40B4-BE49-F238E27FC236}">
                  <a16:creationId xmlns:a16="http://schemas.microsoft.com/office/drawing/2014/main" id="{B1E7BC73-CA28-E77B-AFFC-ED5FA827DB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8" name="Egyenes összekötő 117">
              <a:extLst>
                <a:ext uri="{FF2B5EF4-FFF2-40B4-BE49-F238E27FC236}">
                  <a16:creationId xmlns:a16="http://schemas.microsoft.com/office/drawing/2014/main" id="{4BE84A57-0079-DA8C-EF01-8CD1D78A498C}"/>
                </a:ext>
              </a:extLst>
            </p:cNvPr>
            <p:cNvCxnSpPr>
              <a:cxnSpLocks/>
              <a:stCxn id="102" idx="3"/>
              <a:endCxn id="123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Egyenes összekötő 118">
              <a:extLst>
                <a:ext uri="{FF2B5EF4-FFF2-40B4-BE49-F238E27FC236}">
                  <a16:creationId xmlns:a16="http://schemas.microsoft.com/office/drawing/2014/main" id="{BE9BAE64-9CC3-6FB8-4916-937CA27049D3}"/>
                </a:ext>
              </a:extLst>
            </p:cNvPr>
            <p:cNvCxnSpPr>
              <a:cxnSpLocks/>
              <a:stCxn id="85" idx="3"/>
              <a:endCxn id="123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Egyenes összekötő 119">
              <a:extLst>
                <a:ext uri="{FF2B5EF4-FFF2-40B4-BE49-F238E27FC236}">
                  <a16:creationId xmlns:a16="http://schemas.microsoft.com/office/drawing/2014/main" id="{FA347BD0-9B52-BFE7-AE96-851641791E34}"/>
                </a:ext>
              </a:extLst>
            </p:cNvPr>
            <p:cNvCxnSpPr>
              <a:cxnSpLocks/>
              <a:stCxn id="85" idx="3"/>
              <a:endCxn id="122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Egyenes összekötő 120">
              <a:extLst>
                <a:ext uri="{FF2B5EF4-FFF2-40B4-BE49-F238E27FC236}">
                  <a16:creationId xmlns:a16="http://schemas.microsoft.com/office/drawing/2014/main" id="{2BE07488-146D-1F87-400D-74894BF9D833}"/>
                </a:ext>
              </a:extLst>
            </p:cNvPr>
            <p:cNvCxnSpPr>
              <a:cxnSpLocks/>
              <a:stCxn id="102" idx="3"/>
              <a:endCxn id="122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2" name="Picture 11">
              <a:extLst>
                <a:ext uri="{FF2B5EF4-FFF2-40B4-BE49-F238E27FC236}">
                  <a16:creationId xmlns:a16="http://schemas.microsoft.com/office/drawing/2014/main" id="{9936C0AF-6EC8-1F11-185D-E99FCD4CD5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1">
              <a:extLst>
                <a:ext uri="{FF2B5EF4-FFF2-40B4-BE49-F238E27FC236}">
                  <a16:creationId xmlns:a16="http://schemas.microsoft.com/office/drawing/2014/main" id="{C623BF91-2F07-92EF-A07F-E99169A508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4" name="Picture 11">
              <a:extLst>
                <a:ext uri="{FF2B5EF4-FFF2-40B4-BE49-F238E27FC236}">
                  <a16:creationId xmlns:a16="http://schemas.microsoft.com/office/drawing/2014/main" id="{A874D9A2-DC02-7A87-1D43-88DAF01247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5" name="Picture 11">
              <a:extLst>
                <a:ext uri="{FF2B5EF4-FFF2-40B4-BE49-F238E27FC236}">
                  <a16:creationId xmlns:a16="http://schemas.microsoft.com/office/drawing/2014/main" id="{DB363461-6E81-4D01-24A8-80732D08C5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8" name="Csoportba foglalás 137">
            <a:extLst>
              <a:ext uri="{FF2B5EF4-FFF2-40B4-BE49-F238E27FC236}">
                <a16:creationId xmlns:a16="http://schemas.microsoft.com/office/drawing/2014/main" id="{9AD68C45-D4FD-1898-D7BA-56CA3EB5A31E}"/>
              </a:ext>
            </a:extLst>
          </p:cNvPr>
          <p:cNvGrpSpPr/>
          <p:nvPr/>
        </p:nvGrpSpPr>
        <p:grpSpPr>
          <a:xfrm>
            <a:off x="117062" y="4124840"/>
            <a:ext cx="4116962" cy="2305915"/>
            <a:chOff x="117062" y="4124840"/>
            <a:chExt cx="4116962" cy="2305915"/>
          </a:xfrm>
        </p:grpSpPr>
        <p:sp>
          <p:nvSpPr>
            <p:cNvPr id="100" name="Téglalap: lekerekített 99">
              <a:extLst>
                <a:ext uri="{FF2B5EF4-FFF2-40B4-BE49-F238E27FC236}">
                  <a16:creationId xmlns:a16="http://schemas.microsoft.com/office/drawing/2014/main" id="{DB526CD8-FF2F-BD08-90A3-5BAEF992270A}"/>
                </a:ext>
              </a:extLst>
            </p:cNvPr>
            <p:cNvSpPr/>
            <p:nvPr/>
          </p:nvSpPr>
          <p:spPr>
            <a:xfrm>
              <a:off x="193263" y="42188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01" name="Téglalap: lekerekített 100">
              <a:extLst>
                <a:ext uri="{FF2B5EF4-FFF2-40B4-BE49-F238E27FC236}">
                  <a16:creationId xmlns:a16="http://schemas.microsoft.com/office/drawing/2014/main" id="{2B8FF3F5-E6AC-B365-B8A9-017280A169E6}"/>
                </a:ext>
              </a:extLst>
            </p:cNvPr>
            <p:cNvSpPr/>
            <p:nvPr/>
          </p:nvSpPr>
          <p:spPr>
            <a:xfrm>
              <a:off x="117062" y="41248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103" name="Picture 11">
              <a:extLst>
                <a:ext uri="{FF2B5EF4-FFF2-40B4-BE49-F238E27FC236}">
                  <a16:creationId xmlns:a16="http://schemas.microsoft.com/office/drawing/2014/main" id="{EB85FAF5-6899-69F8-DD4A-20D8A098BF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11">
              <a:extLst>
                <a:ext uri="{FF2B5EF4-FFF2-40B4-BE49-F238E27FC236}">
                  <a16:creationId xmlns:a16="http://schemas.microsoft.com/office/drawing/2014/main" id="{E772DA99-2300-CB6B-24BA-49D1E76DFB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" name="Picture 5">
              <a:extLst>
                <a:ext uri="{FF2B5EF4-FFF2-40B4-BE49-F238E27FC236}">
                  <a16:creationId xmlns:a16="http://schemas.microsoft.com/office/drawing/2014/main" id="{9883A040-152E-07D2-7694-BDF61B622F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51083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6" name="Egyenes összekötő 105">
              <a:extLst>
                <a:ext uri="{FF2B5EF4-FFF2-40B4-BE49-F238E27FC236}">
                  <a16:creationId xmlns:a16="http://schemas.microsoft.com/office/drawing/2014/main" id="{C9956A06-4943-A17D-8F4D-C7DDB4F24E1C}"/>
                </a:ext>
              </a:extLst>
            </p:cNvPr>
            <p:cNvCxnSpPr>
              <a:cxnSpLocks/>
              <a:stCxn id="104" idx="3"/>
              <a:endCxn id="112" idx="1"/>
            </p:cNvCxnSpPr>
            <p:nvPr/>
          </p:nvCxnSpPr>
          <p:spPr>
            <a:xfrm>
              <a:off x="909957" y="49707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Egyenes összekötő 106">
              <a:extLst>
                <a:ext uri="{FF2B5EF4-FFF2-40B4-BE49-F238E27FC236}">
                  <a16:creationId xmlns:a16="http://schemas.microsoft.com/office/drawing/2014/main" id="{9DB40335-061D-362A-76D6-1E8E00604C15}"/>
                </a:ext>
              </a:extLst>
            </p:cNvPr>
            <p:cNvCxnSpPr>
              <a:cxnSpLocks/>
              <a:stCxn id="103" idx="3"/>
              <a:endCxn id="113" idx="1"/>
            </p:cNvCxnSpPr>
            <p:nvPr/>
          </p:nvCxnSpPr>
          <p:spPr>
            <a:xfrm>
              <a:off x="909957" y="59088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Egyenes összekötő 107">
              <a:extLst>
                <a:ext uri="{FF2B5EF4-FFF2-40B4-BE49-F238E27FC236}">
                  <a16:creationId xmlns:a16="http://schemas.microsoft.com/office/drawing/2014/main" id="{0D4BE7F1-BF7E-2DB8-6C68-33A0DC4D62A2}"/>
                </a:ext>
              </a:extLst>
            </p:cNvPr>
            <p:cNvCxnSpPr>
              <a:cxnSpLocks/>
              <a:stCxn id="103" idx="3"/>
              <a:endCxn id="112" idx="1"/>
            </p:cNvCxnSpPr>
            <p:nvPr/>
          </p:nvCxnSpPr>
          <p:spPr>
            <a:xfrm flipV="1">
              <a:off x="909957" y="49707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Egyenes összekötő 108">
              <a:extLst>
                <a:ext uri="{FF2B5EF4-FFF2-40B4-BE49-F238E27FC236}">
                  <a16:creationId xmlns:a16="http://schemas.microsoft.com/office/drawing/2014/main" id="{9BF051B4-329B-9752-D938-513F5D4C3233}"/>
                </a:ext>
              </a:extLst>
            </p:cNvPr>
            <p:cNvCxnSpPr>
              <a:cxnSpLocks/>
              <a:stCxn id="104" idx="3"/>
              <a:endCxn id="113" idx="1"/>
            </p:cNvCxnSpPr>
            <p:nvPr/>
          </p:nvCxnSpPr>
          <p:spPr>
            <a:xfrm>
              <a:off x="909957" y="49707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Egyenes összekötő 109">
              <a:extLst>
                <a:ext uri="{FF2B5EF4-FFF2-40B4-BE49-F238E27FC236}">
                  <a16:creationId xmlns:a16="http://schemas.microsoft.com/office/drawing/2014/main" id="{A45580D1-8F50-FBCF-2248-5FC9BC1A2D30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gyenes összekötő 110">
              <a:extLst>
                <a:ext uri="{FF2B5EF4-FFF2-40B4-BE49-F238E27FC236}">
                  <a16:creationId xmlns:a16="http://schemas.microsoft.com/office/drawing/2014/main" id="{7B8C3A9F-EB05-1949-050B-E8BA14D6542D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2" name="Picture 11">
              <a:extLst>
                <a:ext uri="{FF2B5EF4-FFF2-40B4-BE49-F238E27FC236}">
                  <a16:creationId xmlns:a16="http://schemas.microsoft.com/office/drawing/2014/main" id="{2A1BB2D7-1D1B-EC37-629A-6A6AFCA1D3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11">
              <a:extLst>
                <a:ext uri="{FF2B5EF4-FFF2-40B4-BE49-F238E27FC236}">
                  <a16:creationId xmlns:a16="http://schemas.microsoft.com/office/drawing/2014/main" id="{60CA0296-1E28-4F4D-67FB-91261FA590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4" name="Egyenes összekötő 113">
              <a:extLst>
                <a:ext uri="{FF2B5EF4-FFF2-40B4-BE49-F238E27FC236}">
                  <a16:creationId xmlns:a16="http://schemas.microsoft.com/office/drawing/2014/main" id="{35E7A00B-A6F5-6B33-4EDA-CEB3CC8B52F5}"/>
                </a:ext>
              </a:extLst>
            </p:cNvPr>
            <p:cNvCxnSpPr>
              <a:cxnSpLocks/>
              <a:stCxn id="112" idx="3"/>
              <a:endCxn id="126" idx="1"/>
            </p:cNvCxnSpPr>
            <p:nvPr/>
          </p:nvCxnSpPr>
          <p:spPr>
            <a:xfrm>
              <a:off x="1984792" y="49707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Egyenes összekötő 114">
              <a:extLst>
                <a:ext uri="{FF2B5EF4-FFF2-40B4-BE49-F238E27FC236}">
                  <a16:creationId xmlns:a16="http://schemas.microsoft.com/office/drawing/2014/main" id="{794744C8-A7DE-B99D-69AA-0FAB87ED10EC}"/>
                </a:ext>
              </a:extLst>
            </p:cNvPr>
            <p:cNvCxnSpPr>
              <a:cxnSpLocks/>
              <a:stCxn id="113" idx="3"/>
              <a:endCxn id="127" idx="1"/>
            </p:cNvCxnSpPr>
            <p:nvPr/>
          </p:nvCxnSpPr>
          <p:spPr>
            <a:xfrm>
              <a:off x="1988384" y="59088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Egyenes összekötő 115">
              <a:extLst>
                <a:ext uri="{FF2B5EF4-FFF2-40B4-BE49-F238E27FC236}">
                  <a16:creationId xmlns:a16="http://schemas.microsoft.com/office/drawing/2014/main" id="{4C5EC05D-F088-54D3-E1D8-8D8C0FA5A0AE}"/>
                </a:ext>
              </a:extLst>
            </p:cNvPr>
            <p:cNvCxnSpPr>
              <a:cxnSpLocks/>
              <a:stCxn id="127" idx="3"/>
              <a:endCxn id="105" idx="1"/>
            </p:cNvCxnSpPr>
            <p:nvPr/>
          </p:nvCxnSpPr>
          <p:spPr>
            <a:xfrm flipV="1">
              <a:off x="3063340" y="54119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Egyenes összekötő 116">
              <a:extLst>
                <a:ext uri="{FF2B5EF4-FFF2-40B4-BE49-F238E27FC236}">
                  <a16:creationId xmlns:a16="http://schemas.microsoft.com/office/drawing/2014/main" id="{673FA816-0184-770D-9D54-E768BB2F4122}"/>
                </a:ext>
              </a:extLst>
            </p:cNvPr>
            <p:cNvCxnSpPr>
              <a:cxnSpLocks/>
              <a:stCxn id="126" idx="3"/>
              <a:endCxn id="105" idx="1"/>
            </p:cNvCxnSpPr>
            <p:nvPr/>
          </p:nvCxnSpPr>
          <p:spPr>
            <a:xfrm>
              <a:off x="3063340" y="49707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6" name="Picture 11">
              <a:extLst>
                <a:ext uri="{FF2B5EF4-FFF2-40B4-BE49-F238E27FC236}">
                  <a16:creationId xmlns:a16="http://schemas.microsoft.com/office/drawing/2014/main" id="{CDADAAEF-409F-6E92-F796-F78EB5CD5A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11">
              <a:extLst>
                <a:ext uri="{FF2B5EF4-FFF2-40B4-BE49-F238E27FC236}">
                  <a16:creationId xmlns:a16="http://schemas.microsoft.com/office/drawing/2014/main" id="{0FE2BE67-D869-5F69-BF25-23E87C0F8B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Csoportba foglalás 138">
            <a:extLst>
              <a:ext uri="{FF2B5EF4-FFF2-40B4-BE49-F238E27FC236}">
                <a16:creationId xmlns:a16="http://schemas.microsoft.com/office/drawing/2014/main" id="{0A95DB30-8A80-951B-79F0-3423FEAD5550}"/>
              </a:ext>
            </a:extLst>
          </p:cNvPr>
          <p:cNvGrpSpPr/>
          <p:nvPr/>
        </p:nvGrpSpPr>
        <p:grpSpPr>
          <a:xfrm>
            <a:off x="117062" y="6594363"/>
            <a:ext cx="4059122" cy="1423482"/>
            <a:chOff x="117062" y="6594363"/>
            <a:chExt cx="4059122" cy="1423482"/>
          </a:xfrm>
        </p:grpSpPr>
        <p:sp>
          <p:nvSpPr>
            <p:cNvPr id="128" name="Téglalap: lekerekített 127">
              <a:extLst>
                <a:ext uri="{FF2B5EF4-FFF2-40B4-BE49-F238E27FC236}">
                  <a16:creationId xmlns:a16="http://schemas.microsoft.com/office/drawing/2014/main" id="{EBABDA7E-1EC4-F695-DEF5-F437161C4A75}"/>
                </a:ext>
              </a:extLst>
            </p:cNvPr>
            <p:cNvSpPr/>
            <p:nvPr/>
          </p:nvSpPr>
          <p:spPr>
            <a:xfrm>
              <a:off x="193263" y="66883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29" name="Téglalap: lekerekített 128">
              <a:extLst>
                <a:ext uri="{FF2B5EF4-FFF2-40B4-BE49-F238E27FC236}">
                  <a16:creationId xmlns:a16="http://schemas.microsoft.com/office/drawing/2014/main" id="{4FBD0BFB-F985-293C-2AA4-6521C3675C96}"/>
                </a:ext>
              </a:extLst>
            </p:cNvPr>
            <p:cNvSpPr/>
            <p:nvPr/>
          </p:nvSpPr>
          <p:spPr>
            <a:xfrm>
              <a:off x="117062" y="65943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30" name="Picture 5">
              <a:extLst>
                <a:ext uri="{FF2B5EF4-FFF2-40B4-BE49-F238E27FC236}">
                  <a16:creationId xmlns:a16="http://schemas.microsoft.com/office/drawing/2014/main" id="{E899B0BF-FBA5-9B07-8584-6F902B68A1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71316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1" name="Egyenes összekötő 130">
              <a:extLst>
                <a:ext uri="{FF2B5EF4-FFF2-40B4-BE49-F238E27FC236}">
                  <a16:creationId xmlns:a16="http://schemas.microsoft.com/office/drawing/2014/main" id="{10826BDA-4D00-6851-03BC-EB9DAF0CE6EC}"/>
                </a:ext>
              </a:extLst>
            </p:cNvPr>
            <p:cNvCxnSpPr>
              <a:cxnSpLocks/>
              <a:stCxn id="132" idx="3"/>
              <a:endCxn id="130" idx="1"/>
            </p:cNvCxnSpPr>
            <p:nvPr/>
          </p:nvCxnSpPr>
          <p:spPr>
            <a:xfrm flipV="1">
              <a:off x="3063340" y="74352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2" name="Picture 11">
              <a:extLst>
                <a:ext uri="{FF2B5EF4-FFF2-40B4-BE49-F238E27FC236}">
                  <a16:creationId xmlns:a16="http://schemas.microsoft.com/office/drawing/2014/main" id="{31BB64FE-93B4-28DF-9A4C-BA2AA6DA8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" name="Picture 11">
              <a:extLst>
                <a:ext uri="{FF2B5EF4-FFF2-40B4-BE49-F238E27FC236}">
                  <a16:creationId xmlns:a16="http://schemas.microsoft.com/office/drawing/2014/main" id="{A1D7E75D-D2B6-04CD-8182-C59AE5929C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4" name="Egyenes összekötő 133">
              <a:extLst>
                <a:ext uri="{FF2B5EF4-FFF2-40B4-BE49-F238E27FC236}">
                  <a16:creationId xmlns:a16="http://schemas.microsoft.com/office/drawing/2014/main" id="{36362913-C67D-5A1E-C8B0-8F95EE1FF592}"/>
                </a:ext>
              </a:extLst>
            </p:cNvPr>
            <p:cNvCxnSpPr>
              <a:cxnSpLocks/>
              <a:stCxn id="132" idx="1"/>
              <a:endCxn id="133" idx="3"/>
            </p:cNvCxnSpPr>
            <p:nvPr/>
          </p:nvCxnSpPr>
          <p:spPr>
            <a:xfrm flipH="1">
              <a:off x="1973144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5" name="Picture 11">
              <a:extLst>
                <a:ext uri="{FF2B5EF4-FFF2-40B4-BE49-F238E27FC236}">
                  <a16:creationId xmlns:a16="http://schemas.microsoft.com/office/drawing/2014/main" id="{4B4CCAB5-6388-1E6D-38D0-92CC5E7171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6" name="Egyenes összekötő 135">
              <a:extLst>
                <a:ext uri="{FF2B5EF4-FFF2-40B4-BE49-F238E27FC236}">
                  <a16:creationId xmlns:a16="http://schemas.microsoft.com/office/drawing/2014/main" id="{45DCB81B-1989-E7A3-D42B-F595AC0BA21A}"/>
                </a:ext>
              </a:extLst>
            </p:cNvPr>
            <p:cNvCxnSpPr>
              <a:cxnSpLocks/>
              <a:stCxn id="135" idx="3"/>
              <a:endCxn id="133" idx="1"/>
            </p:cNvCxnSpPr>
            <p:nvPr/>
          </p:nvCxnSpPr>
          <p:spPr>
            <a:xfrm>
              <a:off x="882948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8" name="Google Shape;206;p22">
            <a:extLst>
              <a:ext uri="{FF2B5EF4-FFF2-40B4-BE49-F238E27FC236}">
                <a16:creationId xmlns:a16="http://schemas.microsoft.com/office/drawing/2014/main" id="{17D24A12-39FA-AAB9-C26D-9ED49B6CB57D}"/>
              </a:ext>
            </a:extLst>
          </p:cNvPr>
          <p:cNvSpPr/>
          <p:nvPr/>
        </p:nvSpPr>
        <p:spPr>
          <a:xfrm>
            <a:off x="1033575" y="-6520500"/>
            <a:ext cx="22800" cy="65205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207;p22">
            <a:extLst>
              <a:ext uri="{FF2B5EF4-FFF2-40B4-BE49-F238E27FC236}">
                <a16:creationId xmlns:a16="http://schemas.microsoft.com/office/drawing/2014/main" id="{F5A8C47D-0D83-9D45-4786-75FB713195B9}"/>
              </a:ext>
            </a:extLst>
          </p:cNvPr>
          <p:cNvSpPr/>
          <p:nvPr/>
        </p:nvSpPr>
        <p:spPr>
          <a:xfrm>
            <a:off x="1257300" y="-6154111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208;p22">
            <a:extLst>
              <a:ext uri="{FF2B5EF4-FFF2-40B4-BE49-F238E27FC236}">
                <a16:creationId xmlns:a16="http://schemas.microsoft.com/office/drawing/2014/main" id="{B845F13B-1985-D48F-5C81-159794D1802E}"/>
              </a:ext>
            </a:extLst>
          </p:cNvPr>
          <p:cNvSpPr/>
          <p:nvPr/>
        </p:nvSpPr>
        <p:spPr>
          <a:xfrm>
            <a:off x="809863" y="-6377829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209;p22">
            <a:extLst>
              <a:ext uri="{FF2B5EF4-FFF2-40B4-BE49-F238E27FC236}">
                <a16:creationId xmlns:a16="http://schemas.microsoft.com/office/drawing/2014/main" id="{88CE9633-5D66-1110-C2BF-26AA3FA924B5}"/>
              </a:ext>
            </a:extLst>
          </p:cNvPr>
          <p:cNvSpPr/>
          <p:nvPr/>
        </p:nvSpPr>
        <p:spPr>
          <a:xfrm>
            <a:off x="984052" y="-6299486"/>
            <a:ext cx="1218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450" b="0" i="0" u="none" strike="noStrike" cap="none"/>
          </a:p>
        </p:txBody>
      </p:sp>
      <p:sp>
        <p:nvSpPr>
          <p:cNvPr id="182" name="Google Shape;210;p22">
            <a:extLst>
              <a:ext uri="{FF2B5EF4-FFF2-40B4-BE49-F238E27FC236}">
                <a16:creationId xmlns:a16="http://schemas.microsoft.com/office/drawing/2014/main" id="{1DAA229C-DE0C-E59E-0716-772898535773}"/>
              </a:ext>
            </a:extLst>
          </p:cNvPr>
          <p:cNvSpPr/>
          <p:nvPr/>
        </p:nvSpPr>
        <p:spPr>
          <a:xfrm>
            <a:off x="2194560" y="-6311547"/>
            <a:ext cx="2936915" cy="326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Modern Grafikus Felület</a:t>
            </a:r>
            <a:endParaRPr sz="2050" b="0" i="0" u="none" strike="noStrike" cap="none"/>
          </a:p>
        </p:txBody>
      </p:sp>
      <p:sp>
        <p:nvSpPr>
          <p:cNvPr id="183" name="Google Shape;212;p22">
            <a:extLst>
              <a:ext uri="{FF2B5EF4-FFF2-40B4-BE49-F238E27FC236}">
                <a16:creationId xmlns:a16="http://schemas.microsoft.com/office/drawing/2014/main" id="{5B085576-67C4-96ED-C657-4C76742DB5BE}"/>
              </a:ext>
            </a:extLst>
          </p:cNvPr>
          <p:cNvSpPr/>
          <p:nvPr/>
        </p:nvSpPr>
        <p:spPr>
          <a:xfrm>
            <a:off x="1257300" y="-5458734"/>
            <a:ext cx="731400" cy="2508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213;p22">
            <a:extLst>
              <a:ext uri="{FF2B5EF4-FFF2-40B4-BE49-F238E27FC236}">
                <a16:creationId xmlns:a16="http://schemas.microsoft.com/office/drawing/2014/main" id="{5CF80CB3-5226-490B-8793-6916D0C6F0DE}"/>
              </a:ext>
            </a:extLst>
          </p:cNvPr>
          <p:cNvSpPr/>
          <p:nvPr/>
        </p:nvSpPr>
        <p:spPr>
          <a:xfrm>
            <a:off x="809863" y="-5704832"/>
            <a:ext cx="470400" cy="51744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214;p22">
            <a:extLst>
              <a:ext uri="{FF2B5EF4-FFF2-40B4-BE49-F238E27FC236}">
                <a16:creationId xmlns:a16="http://schemas.microsoft.com/office/drawing/2014/main" id="{4525CCB4-3355-6A7D-FA0D-889F33EA9F57}"/>
              </a:ext>
            </a:extLst>
          </p:cNvPr>
          <p:cNvSpPr/>
          <p:nvPr/>
        </p:nvSpPr>
        <p:spPr>
          <a:xfrm>
            <a:off x="958572" y="-5618644"/>
            <a:ext cx="172800" cy="344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450" b="0" i="0" u="none" strike="noStrike" cap="none" dirty="0"/>
          </a:p>
        </p:txBody>
      </p:sp>
      <p:sp>
        <p:nvSpPr>
          <p:cNvPr id="186" name="Google Shape;215;p22">
            <a:extLst>
              <a:ext uri="{FF2B5EF4-FFF2-40B4-BE49-F238E27FC236}">
                <a16:creationId xmlns:a16="http://schemas.microsoft.com/office/drawing/2014/main" id="{5828739B-CEBF-B05F-2E4A-EA5C016008A4}"/>
              </a:ext>
            </a:extLst>
          </p:cNvPr>
          <p:cNvSpPr/>
          <p:nvPr/>
        </p:nvSpPr>
        <p:spPr>
          <a:xfrm>
            <a:off x="2194550" y="-5631353"/>
            <a:ext cx="5863500" cy="35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Csapat Szinkronizáció</a:t>
            </a:r>
            <a:endParaRPr sz="2050" b="0" i="0" u="none" strike="noStrike" cap="none"/>
          </a:p>
        </p:txBody>
      </p:sp>
      <p:sp>
        <p:nvSpPr>
          <p:cNvPr id="187" name="Google Shape;217;p22">
            <a:extLst>
              <a:ext uri="{FF2B5EF4-FFF2-40B4-BE49-F238E27FC236}">
                <a16:creationId xmlns:a16="http://schemas.microsoft.com/office/drawing/2014/main" id="{80DC812F-DA90-B48A-2581-A67CFC8829D3}"/>
              </a:ext>
            </a:extLst>
          </p:cNvPr>
          <p:cNvSpPr/>
          <p:nvPr/>
        </p:nvSpPr>
        <p:spPr>
          <a:xfrm>
            <a:off x="1257300" y="-4750417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218;p22">
            <a:extLst>
              <a:ext uri="{FF2B5EF4-FFF2-40B4-BE49-F238E27FC236}">
                <a16:creationId xmlns:a16="http://schemas.microsoft.com/office/drawing/2014/main" id="{01DA2562-F9EA-4E59-E5DB-63D409581EF6}"/>
              </a:ext>
            </a:extLst>
          </p:cNvPr>
          <p:cNvSpPr/>
          <p:nvPr/>
        </p:nvSpPr>
        <p:spPr>
          <a:xfrm>
            <a:off x="809863" y="-4974135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219;p22">
            <a:extLst>
              <a:ext uri="{FF2B5EF4-FFF2-40B4-BE49-F238E27FC236}">
                <a16:creationId xmlns:a16="http://schemas.microsoft.com/office/drawing/2014/main" id="{C1E9E8E8-E1D1-D9FB-D1DD-72D7738514B4}"/>
              </a:ext>
            </a:extLst>
          </p:cNvPr>
          <p:cNvSpPr/>
          <p:nvPr/>
        </p:nvSpPr>
        <p:spPr>
          <a:xfrm>
            <a:off x="954524" y="-4895792"/>
            <a:ext cx="1809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450" b="0" i="0" u="none" strike="noStrike" cap="none"/>
          </a:p>
        </p:txBody>
      </p:sp>
      <p:sp>
        <p:nvSpPr>
          <p:cNvPr id="190" name="Google Shape;220;p22">
            <a:extLst>
              <a:ext uri="{FF2B5EF4-FFF2-40B4-BE49-F238E27FC236}">
                <a16:creationId xmlns:a16="http://schemas.microsoft.com/office/drawing/2014/main" id="{E94628E1-ED2F-4CAE-A137-0B2BA0D123CC}"/>
              </a:ext>
            </a:extLst>
          </p:cNvPr>
          <p:cNvSpPr/>
          <p:nvPr/>
        </p:nvSpPr>
        <p:spPr>
          <a:xfrm>
            <a:off x="2194536" y="-4907859"/>
            <a:ext cx="633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Projekt &amp; Konfiguráció Kezelés</a:t>
            </a:r>
            <a:endParaRPr sz="2050" b="0" i="0" u="none" strike="noStrike" cap="none" dirty="0"/>
          </a:p>
        </p:txBody>
      </p:sp>
      <p:sp>
        <p:nvSpPr>
          <p:cNvPr id="191" name="Google Shape;222;p22">
            <a:extLst>
              <a:ext uri="{FF2B5EF4-FFF2-40B4-BE49-F238E27FC236}">
                <a16:creationId xmlns:a16="http://schemas.microsoft.com/office/drawing/2014/main" id="{D16E1930-9458-642E-9B4A-2CEA336E4CD2}"/>
              </a:ext>
            </a:extLst>
          </p:cNvPr>
          <p:cNvSpPr/>
          <p:nvPr/>
        </p:nvSpPr>
        <p:spPr>
          <a:xfrm>
            <a:off x="1257300" y="-4056458"/>
            <a:ext cx="731400" cy="22800"/>
          </a:xfrm>
          <a:prstGeom prst="roundRect">
            <a:avLst>
              <a:gd name="adj" fmla="val 137154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223;p22">
            <a:extLst>
              <a:ext uri="{FF2B5EF4-FFF2-40B4-BE49-F238E27FC236}">
                <a16:creationId xmlns:a16="http://schemas.microsoft.com/office/drawing/2014/main" id="{B29D4F58-4166-E215-DFA9-2ECB3557C06F}"/>
              </a:ext>
            </a:extLst>
          </p:cNvPr>
          <p:cNvSpPr/>
          <p:nvPr/>
        </p:nvSpPr>
        <p:spPr>
          <a:xfrm>
            <a:off x="809863" y="-4280176"/>
            <a:ext cx="470400" cy="47040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224;p22">
            <a:extLst>
              <a:ext uri="{FF2B5EF4-FFF2-40B4-BE49-F238E27FC236}">
                <a16:creationId xmlns:a16="http://schemas.microsoft.com/office/drawing/2014/main" id="{72337251-0DF4-9DBE-E725-86091728E003}"/>
              </a:ext>
            </a:extLst>
          </p:cNvPr>
          <p:cNvSpPr/>
          <p:nvPr/>
        </p:nvSpPr>
        <p:spPr>
          <a:xfrm>
            <a:off x="949881" y="-4201833"/>
            <a:ext cx="190200" cy="3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50"/>
              <a:buFont typeface="Instrument Sans Medium"/>
              <a:buNone/>
            </a:pPr>
            <a:r>
              <a:rPr lang="en" sz="2450" b="0" i="0" u="none" strike="noStrike" cap="none" dirty="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450" b="0" i="0" u="none" strike="noStrike" cap="none" dirty="0"/>
          </a:p>
        </p:txBody>
      </p:sp>
      <p:sp>
        <p:nvSpPr>
          <p:cNvPr id="194" name="Google Shape;225;p22">
            <a:extLst>
              <a:ext uri="{FF2B5EF4-FFF2-40B4-BE49-F238E27FC236}">
                <a16:creationId xmlns:a16="http://schemas.microsoft.com/office/drawing/2014/main" id="{61DFF94B-4243-217E-A81C-C1976E2395B9}"/>
              </a:ext>
            </a:extLst>
          </p:cNvPr>
          <p:cNvSpPr/>
          <p:nvPr/>
        </p:nvSpPr>
        <p:spPr>
          <a:xfrm>
            <a:off x="2194560" y="-4213895"/>
            <a:ext cx="261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50"/>
              <a:buFont typeface="Instrument Sans Medium"/>
              <a:buNone/>
            </a:pPr>
            <a:r>
              <a:rPr lang="en" sz="205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Technológiai Stack</a:t>
            </a:r>
            <a:endParaRPr sz="2050" b="0" i="0" u="none" strike="noStrike" cap="none"/>
          </a:p>
        </p:txBody>
      </p:sp>
      <p:sp>
        <p:nvSpPr>
          <p:cNvPr id="195" name="Google Shape;226;p22">
            <a:extLst>
              <a:ext uri="{FF2B5EF4-FFF2-40B4-BE49-F238E27FC236}">
                <a16:creationId xmlns:a16="http://schemas.microsoft.com/office/drawing/2014/main" id="{F5CE9832-E5FF-1EDA-0EF2-0ED07E5F00B1}"/>
              </a:ext>
            </a:extLst>
          </p:cNvPr>
          <p:cNvSpPr/>
          <p:nvPr/>
        </p:nvSpPr>
        <p:spPr>
          <a:xfrm>
            <a:off x="2194550" y="-3762013"/>
            <a:ext cx="6217800" cy="15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Flutter (cross-platform GUI)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Python + Netmiko szerver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Saját réteg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Dart → Python parancsfordítás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Open Sans"/>
              <a:buNone/>
            </a:pPr>
            <a:r>
              <a:rPr lang="en" sz="1600" b="1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Kommunikáció</a:t>
            </a:r>
            <a:r>
              <a:rPr lang="en" sz="1600" dirty="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: RPC protokoll</a:t>
            </a:r>
            <a:endParaRPr sz="1600" dirty="0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198" name="Csoportba foglalás 197">
            <a:extLst>
              <a:ext uri="{FF2B5EF4-FFF2-40B4-BE49-F238E27FC236}">
                <a16:creationId xmlns:a16="http://schemas.microsoft.com/office/drawing/2014/main" id="{3E28BFC2-E8FB-EA27-64DC-02F81DDF9D60}"/>
              </a:ext>
            </a:extLst>
          </p:cNvPr>
          <p:cNvGrpSpPr/>
          <p:nvPr/>
        </p:nvGrpSpPr>
        <p:grpSpPr>
          <a:xfrm>
            <a:off x="1552575" y="-2077428"/>
            <a:ext cx="5374125" cy="840213"/>
            <a:chOff x="1552575" y="6152097"/>
            <a:chExt cx="4276725" cy="840213"/>
          </a:xfrm>
        </p:grpSpPr>
        <p:sp>
          <p:nvSpPr>
            <p:cNvPr id="199" name="Téglalap: lekerekített 198">
              <a:extLst>
                <a:ext uri="{FF2B5EF4-FFF2-40B4-BE49-F238E27FC236}">
                  <a16:creationId xmlns:a16="http://schemas.microsoft.com/office/drawing/2014/main" id="{64C1889B-66A5-E636-84D9-E7EE2F508F29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00" name="Picture 2" descr="Flutter Logo Download png">
              <a:extLst>
                <a:ext uri="{FF2B5EF4-FFF2-40B4-BE49-F238E27FC236}">
                  <a16:creationId xmlns:a16="http://schemas.microsoft.com/office/drawing/2014/main" id="{88CE54BF-93FC-3A72-0755-7A89EBEE6F08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23000" y="6272783"/>
              <a:ext cx="475570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1" name="Szövegdoboz 200">
              <a:extLst>
                <a:ext uri="{FF2B5EF4-FFF2-40B4-BE49-F238E27FC236}">
                  <a16:creationId xmlns:a16="http://schemas.microsoft.com/office/drawing/2014/main" id="{618962E9-8012-702F-5E20-AB5469B79E34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Flutter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02" name="Csoportba foglalás 201">
            <a:extLst>
              <a:ext uri="{FF2B5EF4-FFF2-40B4-BE49-F238E27FC236}">
                <a16:creationId xmlns:a16="http://schemas.microsoft.com/office/drawing/2014/main" id="{3F2CC999-6091-CDF9-6CA4-4B262189A804}"/>
              </a:ext>
            </a:extLst>
          </p:cNvPr>
          <p:cNvGrpSpPr/>
          <p:nvPr/>
        </p:nvGrpSpPr>
        <p:grpSpPr>
          <a:xfrm>
            <a:off x="1407567" y="-1078130"/>
            <a:ext cx="6248276" cy="840213"/>
            <a:chOff x="1437179" y="6152097"/>
            <a:chExt cx="4972374" cy="840213"/>
          </a:xfrm>
        </p:grpSpPr>
        <p:sp>
          <p:nvSpPr>
            <p:cNvPr id="203" name="Téglalap: lekerekített 202">
              <a:extLst>
                <a:ext uri="{FF2B5EF4-FFF2-40B4-BE49-F238E27FC236}">
                  <a16:creationId xmlns:a16="http://schemas.microsoft.com/office/drawing/2014/main" id="{34839E3A-5FDE-8551-D106-3738FC56469F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04" name="Picture 2">
              <a:extLst>
                <a:ext uri="{FF2B5EF4-FFF2-40B4-BE49-F238E27FC236}">
                  <a16:creationId xmlns:a16="http://schemas.microsoft.com/office/drawing/2014/main" id="{D8F351F3-5B66-FDD4-48BE-43A496A13279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10"/>
            <a:srcRect/>
            <a:stretch/>
          </p:blipFill>
          <p:spPr bwMode="auto">
            <a:xfrm>
              <a:off x="1437179" y="6272782"/>
              <a:ext cx="847211" cy="598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" name="Szövegdoboz 204">
              <a:extLst>
                <a:ext uri="{FF2B5EF4-FFF2-40B4-BE49-F238E27FC236}">
                  <a16:creationId xmlns:a16="http://schemas.microsoft.com/office/drawing/2014/main" id="{3E8B224D-2597-65D3-6D4D-8577818A94C9}"/>
                </a:ext>
              </a:extLst>
            </p:cNvPr>
            <p:cNvSpPr txBox="1"/>
            <p:nvPr/>
          </p:nvSpPr>
          <p:spPr>
            <a:xfrm>
              <a:off x="2203253" y="6249036"/>
              <a:ext cx="4206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Python &amp; </a:t>
              </a:r>
              <a:r>
                <a:rPr lang="en-US" sz="3600" b="1" dirty="0" err="1">
                  <a:solidFill>
                    <a:schemeClr val="bg1"/>
                  </a:solidFill>
                </a:rPr>
                <a:t>Netmiko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06" name="Csoportba foglalás 205">
            <a:extLst>
              <a:ext uri="{FF2B5EF4-FFF2-40B4-BE49-F238E27FC236}">
                <a16:creationId xmlns:a16="http://schemas.microsoft.com/office/drawing/2014/main" id="{D1860ACA-8615-343A-1851-C4B2707DDAB1}"/>
              </a:ext>
            </a:extLst>
          </p:cNvPr>
          <p:cNvGrpSpPr/>
          <p:nvPr/>
        </p:nvGrpSpPr>
        <p:grpSpPr>
          <a:xfrm>
            <a:off x="7096124" y="-2077428"/>
            <a:ext cx="4276725" cy="840213"/>
            <a:chOff x="1552575" y="6152097"/>
            <a:chExt cx="4276725" cy="840213"/>
          </a:xfrm>
        </p:grpSpPr>
        <p:sp>
          <p:nvSpPr>
            <p:cNvPr id="207" name="Téglalap: lekerekített 206">
              <a:extLst>
                <a:ext uri="{FF2B5EF4-FFF2-40B4-BE49-F238E27FC236}">
                  <a16:creationId xmlns:a16="http://schemas.microsoft.com/office/drawing/2014/main" id="{20282ED3-1B61-E8B8-8181-94CAF47D7F44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08" name="Picture 2">
              <a:extLst>
                <a:ext uri="{FF2B5EF4-FFF2-40B4-BE49-F238E27FC236}">
                  <a16:creationId xmlns:a16="http://schemas.microsoft.com/office/drawing/2014/main" id="{68855AEB-8C05-07CC-BD69-48216C1BB7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9" name="Szövegdoboz 208">
              <a:extLst>
                <a:ext uri="{FF2B5EF4-FFF2-40B4-BE49-F238E27FC236}">
                  <a16:creationId xmlns:a16="http://schemas.microsoft.com/office/drawing/2014/main" id="{E6E3256B-04DE-1A95-9EF9-E863C013F103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Dart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0" name="Csoportba foglalás 209">
            <a:extLst>
              <a:ext uri="{FF2B5EF4-FFF2-40B4-BE49-F238E27FC236}">
                <a16:creationId xmlns:a16="http://schemas.microsoft.com/office/drawing/2014/main" id="{B4C9AADC-8766-49D8-1127-51731442CD91}"/>
              </a:ext>
            </a:extLst>
          </p:cNvPr>
          <p:cNvGrpSpPr/>
          <p:nvPr/>
        </p:nvGrpSpPr>
        <p:grpSpPr>
          <a:xfrm>
            <a:off x="7096123" y="-1078130"/>
            <a:ext cx="4276725" cy="840213"/>
            <a:chOff x="1552575" y="6152097"/>
            <a:chExt cx="4276725" cy="840213"/>
          </a:xfrm>
        </p:grpSpPr>
        <p:sp>
          <p:nvSpPr>
            <p:cNvPr id="211" name="Téglalap: lekerekített 210">
              <a:extLst>
                <a:ext uri="{FF2B5EF4-FFF2-40B4-BE49-F238E27FC236}">
                  <a16:creationId xmlns:a16="http://schemas.microsoft.com/office/drawing/2014/main" id="{2AC3D443-4DFE-3969-7FAC-BA6FDFF2918B}"/>
                </a:ext>
              </a:extLst>
            </p:cNvPr>
            <p:cNvSpPr/>
            <p:nvPr/>
          </p:nvSpPr>
          <p:spPr>
            <a:xfrm>
              <a:off x="1552575" y="6152097"/>
              <a:ext cx="4276725" cy="840213"/>
            </a:xfrm>
            <a:prstGeom prst="roundRect">
              <a:avLst>
                <a:gd name="adj" fmla="val 6771"/>
              </a:avLst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12" name="Picture 2">
              <a:extLst>
                <a:ext uri="{FF2B5EF4-FFF2-40B4-BE49-F238E27FC236}">
                  <a16:creationId xmlns:a16="http://schemas.microsoft.com/office/drawing/2014/main" id="{1CE9B780-48AC-AB78-DD2E-E9EB463D69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/>
            <a:srcRect/>
            <a:stretch/>
          </p:blipFill>
          <p:spPr bwMode="auto">
            <a:xfrm>
              <a:off x="1623000" y="6272783"/>
              <a:ext cx="598839" cy="598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3" name="Szövegdoboz 212">
              <a:extLst>
                <a:ext uri="{FF2B5EF4-FFF2-40B4-BE49-F238E27FC236}">
                  <a16:creationId xmlns:a16="http://schemas.microsoft.com/office/drawing/2014/main" id="{E397105B-CC89-35D0-5A4B-27FBE1514D34}"/>
                </a:ext>
              </a:extLst>
            </p:cNvPr>
            <p:cNvSpPr txBox="1"/>
            <p:nvPr/>
          </p:nvSpPr>
          <p:spPr>
            <a:xfrm>
              <a:off x="2203253" y="6249036"/>
              <a:ext cx="17210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RPC</a:t>
              </a:r>
              <a:endParaRPr lang="hu-HU" sz="3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19" name="Google Shape;197;p21">
            <a:extLst>
              <a:ext uri="{FF2B5EF4-FFF2-40B4-BE49-F238E27FC236}">
                <a16:creationId xmlns:a16="http://schemas.microsoft.com/office/drawing/2014/main" id="{21E9FD59-063E-D4B7-4B18-465C253F0F6E}"/>
              </a:ext>
            </a:extLst>
          </p:cNvPr>
          <p:cNvSpPr/>
          <p:nvPr/>
        </p:nvSpPr>
        <p:spPr>
          <a:xfrm>
            <a:off x="0" y="-176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0" name="Google Shape;198;p21" title="logo.png">
            <a:extLst>
              <a:ext uri="{FF2B5EF4-FFF2-40B4-BE49-F238E27FC236}">
                <a16:creationId xmlns:a16="http://schemas.microsoft.com/office/drawing/2014/main" id="{0E19E00E-865A-7290-994D-14F897252DCC}"/>
              </a:ext>
            </a:extLst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247950" y="22585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Ellipszis 220">
            <a:extLst>
              <a:ext uri="{FF2B5EF4-FFF2-40B4-BE49-F238E27FC236}">
                <a16:creationId xmlns:a16="http://schemas.microsoft.com/office/drawing/2014/main" id="{97CE8E4D-9DCD-C205-E95A-DC308DD0ADC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222" name="Egyenes összekötő nyíllal 221">
            <a:extLst>
              <a:ext uri="{FF2B5EF4-FFF2-40B4-BE49-F238E27FC236}">
                <a16:creationId xmlns:a16="http://schemas.microsoft.com/office/drawing/2014/main" id="{BF3D68A6-D4D2-D90A-D21A-A2579A260D72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Ellipszis 222">
            <a:extLst>
              <a:ext uri="{FF2B5EF4-FFF2-40B4-BE49-F238E27FC236}">
                <a16:creationId xmlns:a16="http://schemas.microsoft.com/office/drawing/2014/main" id="{03E9BE68-4D3E-9035-4F08-E6AA860E3BA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4" name="Google Shape;205;p22">
            <a:extLst>
              <a:ext uri="{FF2B5EF4-FFF2-40B4-BE49-F238E27FC236}">
                <a16:creationId xmlns:a16="http://schemas.microsoft.com/office/drawing/2014/main" id="{CDB28560-D6F5-6545-339E-C2DE31564195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Hálózati Topológia</a:t>
            </a:r>
            <a:endParaRPr sz="3200" b="0" i="0" u="none" strike="noStrike" cap="none" dirty="0"/>
          </a:p>
        </p:txBody>
      </p:sp>
      <p:cxnSp>
        <p:nvCxnSpPr>
          <p:cNvPr id="225" name="Egyenes összekötő nyíllal 224">
            <a:extLst>
              <a:ext uri="{FF2B5EF4-FFF2-40B4-BE49-F238E27FC236}">
                <a16:creationId xmlns:a16="http://schemas.microsoft.com/office/drawing/2014/main" id="{8E35A577-27A4-2F3C-E853-AE5888139C47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Google Shape;205;p22">
            <a:extLst>
              <a:ext uri="{FF2B5EF4-FFF2-40B4-BE49-F238E27FC236}">
                <a16:creationId xmlns:a16="http://schemas.microsoft.com/office/drawing/2014/main" id="{8249646F-F419-D367-BECA-CB58E5225E33}"/>
              </a:ext>
            </a:extLst>
          </p:cNvPr>
          <p:cNvSpPr/>
          <p:nvPr/>
        </p:nvSpPr>
        <p:spPr>
          <a:xfrm>
            <a:off x="1257302" y="-8821951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Saját Alkalmazás: Cisco Eszközkezelő</a:t>
            </a:r>
            <a:endParaRPr sz="3200" b="0" i="0" u="none" strike="noStrike" cap="none" dirty="0"/>
          </a:p>
        </p:txBody>
      </p:sp>
    </p:spTree>
    <p:extLst>
      <p:ext uri="{BB962C8B-B14F-4D97-AF65-F5344CB8AC3E}">
        <p14:creationId xmlns:p14="http://schemas.microsoft.com/office/powerpoint/2010/main" val="3661996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Csoportba foglalás 143">
            <a:extLst>
              <a:ext uri="{FF2B5EF4-FFF2-40B4-BE49-F238E27FC236}">
                <a16:creationId xmlns:a16="http://schemas.microsoft.com/office/drawing/2014/main" id="{E35C5B10-CBED-D1D6-3537-82ADF84B5045}"/>
              </a:ext>
            </a:extLst>
          </p:cNvPr>
          <p:cNvGrpSpPr/>
          <p:nvPr/>
        </p:nvGrpSpPr>
        <p:grpSpPr>
          <a:xfrm>
            <a:off x="9257263" y="2338387"/>
            <a:ext cx="3670163" cy="1942029"/>
            <a:chOff x="9257263" y="2338387"/>
            <a:chExt cx="3670163" cy="1942029"/>
          </a:xfrm>
        </p:grpSpPr>
        <p:sp>
          <p:nvSpPr>
            <p:cNvPr id="59" name="Google Shape;59;p13"/>
            <p:cNvSpPr/>
            <p:nvPr/>
          </p:nvSpPr>
          <p:spPr>
            <a:xfrm>
              <a:off x="9257263" y="2338387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3E3E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9446215" y="2423398"/>
              <a:ext cx="132398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1</a:t>
              </a:r>
              <a:endParaRPr sz="2650" b="0" i="0" u="none" strike="noStrike" cap="none"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9994379" y="2338388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Iroda</a:t>
              </a:r>
              <a:endParaRPr sz="2200" b="0" i="0" u="none" strike="noStrike" cap="none" dirty="0"/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9999679" y="2848689"/>
              <a:ext cx="2927747" cy="14317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342900" marR="0" lvl="0" indent="-34290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AutoNum type="arabicPeriod"/>
              </a:pPr>
              <a:r>
                <a:rPr lang="en" sz="1750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Emelet tech support</a:t>
              </a:r>
            </a:p>
            <a:p>
              <a:pPr marL="342900" marR="0" lvl="0" indent="-34290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AutoNum type="arabicPeriod"/>
              </a:pPr>
              <a:r>
                <a:rPr lang="en" sz="1750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Emelet Programozók</a:t>
              </a:r>
            </a:p>
            <a:p>
              <a:pPr marR="0" lvl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+    Rendszergazda</a:t>
              </a:r>
              <a:endParaRPr sz="1750" b="0" i="0" u="none" strike="noStrike" cap="none" dirty="0"/>
            </a:p>
          </p:txBody>
        </p:sp>
      </p:grpSp>
      <p:grpSp>
        <p:nvGrpSpPr>
          <p:cNvPr id="145" name="Csoportba foglalás 144">
            <a:extLst>
              <a:ext uri="{FF2B5EF4-FFF2-40B4-BE49-F238E27FC236}">
                <a16:creationId xmlns:a16="http://schemas.microsoft.com/office/drawing/2014/main" id="{4A51F1FA-56BE-C1E7-DEE0-39725288B1DC}"/>
              </a:ext>
            </a:extLst>
          </p:cNvPr>
          <p:cNvGrpSpPr/>
          <p:nvPr/>
        </p:nvGrpSpPr>
        <p:grpSpPr>
          <a:xfrm>
            <a:off x="9262563" y="5579133"/>
            <a:ext cx="3664863" cy="1942029"/>
            <a:chOff x="9262563" y="5579133"/>
            <a:chExt cx="3664863" cy="1942029"/>
          </a:xfrm>
        </p:grpSpPr>
        <p:sp>
          <p:nvSpPr>
            <p:cNvPr id="63" name="Google Shape;63;p13"/>
            <p:cNvSpPr/>
            <p:nvPr/>
          </p:nvSpPr>
          <p:spPr>
            <a:xfrm>
              <a:off x="9262563" y="5579133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3F3F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3"/>
            <p:cNvSpPr/>
            <p:nvPr/>
          </p:nvSpPr>
          <p:spPr>
            <a:xfrm>
              <a:off x="9423892" y="5664144"/>
              <a:ext cx="187523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2</a:t>
              </a:r>
              <a:endParaRPr sz="2650" b="0" i="0" u="none" strike="noStrike" cap="none"/>
            </a:p>
          </p:txBody>
        </p:sp>
        <p:sp>
          <p:nvSpPr>
            <p:cNvPr id="65" name="Google Shape;65;p13"/>
            <p:cNvSpPr/>
            <p:nvPr/>
          </p:nvSpPr>
          <p:spPr>
            <a:xfrm>
              <a:off x="9999679" y="5579133"/>
              <a:ext cx="2835235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Szerverterem</a:t>
              </a:r>
              <a:endParaRPr sz="2200" b="0" i="0" u="none" strike="noStrike" cap="none" dirty="0"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9999679" y="6069552"/>
              <a:ext cx="2927747" cy="14516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Publikus &amp; Dolgozói weboldal, Adatbázis, etc…</a:t>
              </a:r>
              <a:endParaRPr sz="1750" b="0" i="0" u="none" strike="noStrike" cap="none" dirty="0"/>
            </a:p>
          </p:txBody>
        </p:sp>
      </p:grpSp>
      <p:grpSp>
        <p:nvGrpSpPr>
          <p:cNvPr id="147" name="Csoportba foglalás 146">
            <a:extLst>
              <a:ext uri="{FF2B5EF4-FFF2-40B4-BE49-F238E27FC236}">
                <a16:creationId xmlns:a16="http://schemas.microsoft.com/office/drawing/2014/main" id="{F3D18374-BEC1-EDC7-4A10-64D0492261B7}"/>
              </a:ext>
            </a:extLst>
          </p:cNvPr>
          <p:cNvGrpSpPr/>
          <p:nvPr/>
        </p:nvGrpSpPr>
        <p:grpSpPr>
          <a:xfrm>
            <a:off x="9257263" y="7129806"/>
            <a:ext cx="3670163" cy="1020603"/>
            <a:chOff x="9257263" y="7129806"/>
            <a:chExt cx="3670163" cy="1020603"/>
          </a:xfrm>
        </p:grpSpPr>
        <p:sp>
          <p:nvSpPr>
            <p:cNvPr id="67" name="Google Shape;67;p13"/>
            <p:cNvSpPr/>
            <p:nvPr/>
          </p:nvSpPr>
          <p:spPr>
            <a:xfrm>
              <a:off x="9257263" y="7129806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4040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9414187" y="7214816"/>
              <a:ext cx="196334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3</a:t>
              </a:r>
              <a:endParaRPr sz="2650" b="0" i="0" u="none" strike="noStrike" cap="none"/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9994379" y="7129807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Raktár</a:t>
              </a:r>
              <a:endParaRPr sz="2200" b="0" i="0" u="none" strike="noStrike" cap="none" dirty="0"/>
            </a:p>
          </p:txBody>
        </p:sp>
        <p:sp>
          <p:nvSpPr>
            <p:cNvPr id="70" name="Google Shape;70;p13"/>
            <p:cNvSpPr/>
            <p:nvPr/>
          </p:nvSpPr>
          <p:spPr>
            <a:xfrm>
              <a:off x="9999679" y="7640107"/>
              <a:ext cx="2927747" cy="510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Vezeték nélküli hálózat, AAA</a:t>
              </a:r>
              <a:endParaRPr sz="1750" b="0" i="0" u="none" strike="noStrike" cap="none" dirty="0"/>
            </a:p>
          </p:txBody>
        </p:sp>
      </p:grpSp>
      <p:grpSp>
        <p:nvGrpSpPr>
          <p:cNvPr id="146" name="Csoportba foglalás 145">
            <a:extLst>
              <a:ext uri="{FF2B5EF4-FFF2-40B4-BE49-F238E27FC236}">
                <a16:creationId xmlns:a16="http://schemas.microsoft.com/office/drawing/2014/main" id="{8DA2743B-6739-7BC9-A151-FCDF95821E67}"/>
              </a:ext>
            </a:extLst>
          </p:cNvPr>
          <p:cNvGrpSpPr/>
          <p:nvPr/>
        </p:nvGrpSpPr>
        <p:grpSpPr>
          <a:xfrm>
            <a:off x="9251963" y="8372002"/>
            <a:ext cx="3670163" cy="1020603"/>
            <a:chOff x="9251963" y="8372002"/>
            <a:chExt cx="3670163" cy="1020603"/>
          </a:xfrm>
        </p:grpSpPr>
        <p:sp>
          <p:nvSpPr>
            <p:cNvPr id="71" name="Google Shape;71;p13"/>
            <p:cNvSpPr/>
            <p:nvPr/>
          </p:nvSpPr>
          <p:spPr>
            <a:xfrm>
              <a:off x="9251963" y="8372002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4141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9403767" y="8457012"/>
              <a:ext cx="206573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4</a:t>
              </a:r>
              <a:endParaRPr sz="2650" b="0" i="0" u="none" strike="noStrike" cap="none"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9989079" y="8372003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Csomagpont</a:t>
              </a:r>
              <a:endParaRPr sz="2200" b="0" i="0" u="none" strike="noStrike" cap="none" dirty="0"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9994379" y="8882303"/>
              <a:ext cx="2927747" cy="510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IOT</a:t>
              </a:r>
              <a:endParaRPr sz="1750" b="0" i="0" u="none" strike="noStrike" cap="none" dirty="0"/>
            </a:p>
          </p:txBody>
        </p: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7BCB2E04-BDC4-4405-5847-D2AD22F1FAB4}"/>
              </a:ext>
            </a:extLst>
          </p:cNvPr>
          <p:cNvSpPr/>
          <p:nvPr/>
        </p:nvSpPr>
        <p:spPr>
          <a:xfrm>
            <a:off x="-696858" y="-2127155"/>
            <a:ext cx="9658513" cy="9658513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" name="Ellipszis 2">
            <a:extLst>
              <a:ext uri="{FF2B5EF4-FFF2-40B4-BE49-F238E27FC236}">
                <a16:creationId xmlns:a16="http://schemas.microsoft.com/office/drawing/2014/main" id="{F517E904-AF7B-111F-A7F9-BB2007C1A0E9}"/>
              </a:ext>
            </a:extLst>
          </p:cNvPr>
          <p:cNvSpPr/>
          <p:nvPr/>
        </p:nvSpPr>
        <p:spPr>
          <a:xfrm>
            <a:off x="-729465" y="1434887"/>
            <a:ext cx="5049961" cy="5049961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Ellipszis 3">
            <a:extLst>
              <a:ext uri="{FF2B5EF4-FFF2-40B4-BE49-F238E27FC236}">
                <a16:creationId xmlns:a16="http://schemas.microsoft.com/office/drawing/2014/main" id="{742FECE1-2646-BD59-A9E2-CE5704239D1E}"/>
              </a:ext>
            </a:extLst>
          </p:cNvPr>
          <p:cNvSpPr/>
          <p:nvPr/>
        </p:nvSpPr>
        <p:spPr>
          <a:xfrm>
            <a:off x="1512099" y="5784393"/>
            <a:ext cx="3956577" cy="3956577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136" name="Csoportba foglalás 135">
            <a:extLst>
              <a:ext uri="{FF2B5EF4-FFF2-40B4-BE49-F238E27FC236}">
                <a16:creationId xmlns:a16="http://schemas.microsoft.com/office/drawing/2014/main" id="{DEC30A3A-256A-345A-C2FD-492A15A3CFCD}"/>
              </a:ext>
            </a:extLst>
          </p:cNvPr>
          <p:cNvGrpSpPr/>
          <p:nvPr/>
        </p:nvGrpSpPr>
        <p:grpSpPr>
          <a:xfrm>
            <a:off x="120165" y="804898"/>
            <a:ext cx="8841490" cy="4953380"/>
            <a:chOff x="120165" y="804898"/>
            <a:chExt cx="5613998" cy="3145201"/>
          </a:xfrm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6CC6674B-FC38-C106-27FD-0089EF4FA1CE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56" name="Picture 11">
              <a:extLst>
                <a:ext uri="{FF2B5EF4-FFF2-40B4-BE49-F238E27FC236}">
                  <a16:creationId xmlns:a16="http://schemas.microsoft.com/office/drawing/2014/main" id="{E2E2BA37-8564-905C-7A2E-A729128026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1">
              <a:extLst>
                <a:ext uri="{FF2B5EF4-FFF2-40B4-BE49-F238E27FC236}">
                  <a16:creationId xmlns:a16="http://schemas.microsoft.com/office/drawing/2014/main" id="{7F3BE444-5F99-E5C1-6AFE-A429426F61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11">
              <a:extLst>
                <a:ext uri="{FF2B5EF4-FFF2-40B4-BE49-F238E27FC236}">
                  <a16:creationId xmlns:a16="http://schemas.microsoft.com/office/drawing/2014/main" id="{4ED8322A-F0EB-0519-6794-95F631D815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5">
              <a:extLst>
                <a:ext uri="{FF2B5EF4-FFF2-40B4-BE49-F238E27FC236}">
                  <a16:creationId xmlns:a16="http://schemas.microsoft.com/office/drawing/2014/main" id="{06F2FD05-5F25-F288-8126-5BD273D583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5" name="Egyenes összekötő 84">
              <a:extLst>
                <a:ext uri="{FF2B5EF4-FFF2-40B4-BE49-F238E27FC236}">
                  <a16:creationId xmlns:a16="http://schemas.microsoft.com/office/drawing/2014/main" id="{F5886371-2A99-3F6E-B540-1DFBF6BF13DA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Egyenes összekötő 85">
              <a:extLst>
                <a:ext uri="{FF2B5EF4-FFF2-40B4-BE49-F238E27FC236}">
                  <a16:creationId xmlns:a16="http://schemas.microsoft.com/office/drawing/2014/main" id="{D3A5A9FE-6124-3425-CC51-7D413776D3E3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Egyenes összekötő 86">
              <a:extLst>
                <a:ext uri="{FF2B5EF4-FFF2-40B4-BE49-F238E27FC236}">
                  <a16:creationId xmlns:a16="http://schemas.microsoft.com/office/drawing/2014/main" id="{E80BA127-E8E0-ADAC-541C-FEA258B94E0A}"/>
                </a:ext>
              </a:extLst>
            </p:cNvPr>
            <p:cNvCxnSpPr>
              <a:cxnSpLocks/>
              <a:stCxn id="80" idx="3"/>
              <a:endCxn id="120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gyenes összekötő 87">
              <a:extLst>
                <a:ext uri="{FF2B5EF4-FFF2-40B4-BE49-F238E27FC236}">
                  <a16:creationId xmlns:a16="http://schemas.microsoft.com/office/drawing/2014/main" id="{EF121A6C-A01B-E95F-96C0-5D14C5EBD9AF}"/>
                </a:ext>
              </a:extLst>
            </p:cNvPr>
            <p:cNvCxnSpPr>
              <a:cxnSpLocks/>
              <a:stCxn id="97" idx="3"/>
              <a:endCxn id="119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gyenes összekötő 88">
              <a:extLst>
                <a:ext uri="{FF2B5EF4-FFF2-40B4-BE49-F238E27FC236}">
                  <a16:creationId xmlns:a16="http://schemas.microsoft.com/office/drawing/2014/main" id="{4292056C-A735-B4CA-C342-14CA9416587B}"/>
                </a:ext>
              </a:extLst>
            </p:cNvPr>
            <p:cNvCxnSpPr>
              <a:cxnSpLocks/>
              <a:stCxn id="57" idx="3"/>
              <a:endCxn id="97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Egyenes összekötő 89">
              <a:extLst>
                <a:ext uri="{FF2B5EF4-FFF2-40B4-BE49-F238E27FC236}">
                  <a16:creationId xmlns:a16="http://schemas.microsoft.com/office/drawing/2014/main" id="{B375B763-325C-7160-DDE4-EDAF2F843890}"/>
                </a:ext>
              </a:extLst>
            </p:cNvPr>
            <p:cNvCxnSpPr>
              <a:cxnSpLocks/>
              <a:stCxn id="56" idx="3"/>
              <a:endCxn id="80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Egyenes összekötő 91">
              <a:extLst>
                <a:ext uri="{FF2B5EF4-FFF2-40B4-BE49-F238E27FC236}">
                  <a16:creationId xmlns:a16="http://schemas.microsoft.com/office/drawing/2014/main" id="{7B023447-0D24-210B-CD8B-2DC15742AC46}"/>
                </a:ext>
              </a:extLst>
            </p:cNvPr>
            <p:cNvCxnSpPr>
              <a:cxnSpLocks/>
              <a:stCxn id="119" idx="3"/>
              <a:endCxn id="83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gyenes összekötő 92">
              <a:extLst>
                <a:ext uri="{FF2B5EF4-FFF2-40B4-BE49-F238E27FC236}">
                  <a16:creationId xmlns:a16="http://schemas.microsoft.com/office/drawing/2014/main" id="{1347DBDA-B960-D940-73D9-A69259EBF94D}"/>
                </a:ext>
              </a:extLst>
            </p:cNvPr>
            <p:cNvCxnSpPr>
              <a:cxnSpLocks/>
              <a:stCxn id="120" idx="3"/>
              <a:endCxn id="83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églalap: lekerekített 93">
              <a:extLst>
                <a:ext uri="{FF2B5EF4-FFF2-40B4-BE49-F238E27FC236}">
                  <a16:creationId xmlns:a16="http://schemas.microsoft.com/office/drawing/2014/main" id="{F83EF0DD-C0CD-E79B-FD43-DEADA8C6AED4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97" name="Picture 11">
              <a:extLst>
                <a:ext uri="{FF2B5EF4-FFF2-40B4-BE49-F238E27FC236}">
                  <a16:creationId xmlns:a16="http://schemas.microsoft.com/office/drawing/2014/main" id="{0898111E-D947-1239-E032-A39384B6DD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3" name="Egyenes összekötő 112">
              <a:extLst>
                <a:ext uri="{FF2B5EF4-FFF2-40B4-BE49-F238E27FC236}">
                  <a16:creationId xmlns:a16="http://schemas.microsoft.com/office/drawing/2014/main" id="{9AC298E8-B9D5-A564-372D-C07D1739B840}"/>
                </a:ext>
              </a:extLst>
            </p:cNvPr>
            <p:cNvCxnSpPr>
              <a:cxnSpLocks/>
              <a:stCxn id="97" idx="3"/>
              <a:endCxn id="118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gyenes összekötő 113">
              <a:extLst>
                <a:ext uri="{FF2B5EF4-FFF2-40B4-BE49-F238E27FC236}">
                  <a16:creationId xmlns:a16="http://schemas.microsoft.com/office/drawing/2014/main" id="{E3AE5CB4-AAFE-2DF0-55BA-18F7EB845B18}"/>
                </a:ext>
              </a:extLst>
            </p:cNvPr>
            <p:cNvCxnSpPr>
              <a:cxnSpLocks/>
              <a:stCxn id="80" idx="3"/>
              <a:endCxn id="118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Egyenes összekötő 114">
              <a:extLst>
                <a:ext uri="{FF2B5EF4-FFF2-40B4-BE49-F238E27FC236}">
                  <a16:creationId xmlns:a16="http://schemas.microsoft.com/office/drawing/2014/main" id="{6EA998EC-BAE6-8442-F4B6-A1C1FB0113E0}"/>
                </a:ext>
              </a:extLst>
            </p:cNvPr>
            <p:cNvCxnSpPr>
              <a:cxnSpLocks/>
              <a:stCxn id="80" idx="3"/>
              <a:endCxn id="117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Egyenes összekötő 115">
              <a:extLst>
                <a:ext uri="{FF2B5EF4-FFF2-40B4-BE49-F238E27FC236}">
                  <a16:creationId xmlns:a16="http://schemas.microsoft.com/office/drawing/2014/main" id="{0251F54C-233A-5A84-5794-EB02F3123E27}"/>
                </a:ext>
              </a:extLst>
            </p:cNvPr>
            <p:cNvCxnSpPr>
              <a:cxnSpLocks/>
              <a:stCxn id="97" idx="3"/>
              <a:endCxn id="117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7" name="Picture 11">
              <a:extLst>
                <a:ext uri="{FF2B5EF4-FFF2-40B4-BE49-F238E27FC236}">
                  <a16:creationId xmlns:a16="http://schemas.microsoft.com/office/drawing/2014/main" id="{E1DC470A-B791-07D6-EC5F-015FE52882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8" name="Picture 11">
              <a:extLst>
                <a:ext uri="{FF2B5EF4-FFF2-40B4-BE49-F238E27FC236}">
                  <a16:creationId xmlns:a16="http://schemas.microsoft.com/office/drawing/2014/main" id="{6EE7B698-C585-BB94-4B10-D8047E8E99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9" name="Picture 11">
              <a:extLst>
                <a:ext uri="{FF2B5EF4-FFF2-40B4-BE49-F238E27FC236}">
                  <a16:creationId xmlns:a16="http://schemas.microsoft.com/office/drawing/2014/main" id="{F6BB6295-D33D-7618-F731-F4AA6F5A79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">
              <a:extLst>
                <a:ext uri="{FF2B5EF4-FFF2-40B4-BE49-F238E27FC236}">
                  <a16:creationId xmlns:a16="http://schemas.microsoft.com/office/drawing/2014/main" id="{6C730556-72EE-D827-6AA9-75B0FE6B28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7" name="Csoportba foglalás 136">
            <a:extLst>
              <a:ext uri="{FF2B5EF4-FFF2-40B4-BE49-F238E27FC236}">
                <a16:creationId xmlns:a16="http://schemas.microsoft.com/office/drawing/2014/main" id="{29578E25-6FB4-EE2D-576D-9A7A1DDDF6E1}"/>
              </a:ext>
            </a:extLst>
          </p:cNvPr>
          <p:cNvGrpSpPr/>
          <p:nvPr/>
        </p:nvGrpSpPr>
        <p:grpSpPr>
          <a:xfrm>
            <a:off x="117062" y="8417440"/>
            <a:ext cx="4116962" cy="2305915"/>
            <a:chOff x="117062" y="8417440"/>
            <a:chExt cx="4116962" cy="2305915"/>
          </a:xfrm>
        </p:grpSpPr>
        <p:sp>
          <p:nvSpPr>
            <p:cNvPr id="95" name="Téglalap: lekerekített 94">
              <a:extLst>
                <a:ext uri="{FF2B5EF4-FFF2-40B4-BE49-F238E27FC236}">
                  <a16:creationId xmlns:a16="http://schemas.microsoft.com/office/drawing/2014/main" id="{6BFE4CB4-C6D4-A74C-8BDC-9E3EE7E53FAF}"/>
                </a:ext>
              </a:extLst>
            </p:cNvPr>
            <p:cNvSpPr/>
            <p:nvPr/>
          </p:nvSpPr>
          <p:spPr>
            <a:xfrm>
              <a:off x="193263" y="85114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96" name="Téglalap: lekerekített 95">
              <a:extLst>
                <a:ext uri="{FF2B5EF4-FFF2-40B4-BE49-F238E27FC236}">
                  <a16:creationId xmlns:a16="http://schemas.microsoft.com/office/drawing/2014/main" id="{7F969D0A-1AF9-7747-2B22-38468059868E}"/>
                </a:ext>
              </a:extLst>
            </p:cNvPr>
            <p:cNvSpPr/>
            <p:nvPr/>
          </p:nvSpPr>
          <p:spPr>
            <a:xfrm>
              <a:off x="117062" y="84174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98" name="Picture 11">
              <a:extLst>
                <a:ext uri="{FF2B5EF4-FFF2-40B4-BE49-F238E27FC236}">
                  <a16:creationId xmlns:a16="http://schemas.microsoft.com/office/drawing/2014/main" id="{67DAD60C-AE36-601E-D1EF-5B27E2AC3A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9" name="Picture 11">
              <a:extLst>
                <a:ext uri="{FF2B5EF4-FFF2-40B4-BE49-F238E27FC236}">
                  <a16:creationId xmlns:a16="http://schemas.microsoft.com/office/drawing/2014/main" id="{E6C9F4AF-8EDB-33EC-B569-B0A0E3AA8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0" name="Picture 5">
              <a:extLst>
                <a:ext uri="{FF2B5EF4-FFF2-40B4-BE49-F238E27FC236}">
                  <a16:creationId xmlns:a16="http://schemas.microsoft.com/office/drawing/2014/main" id="{791AE6A1-CB15-4A5E-EA3C-74365D8F9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94009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1" name="Egyenes összekötő 100">
              <a:extLst>
                <a:ext uri="{FF2B5EF4-FFF2-40B4-BE49-F238E27FC236}">
                  <a16:creationId xmlns:a16="http://schemas.microsoft.com/office/drawing/2014/main" id="{09D77DF7-A485-105C-9572-2D56012DFBC4}"/>
                </a:ext>
              </a:extLst>
            </p:cNvPr>
            <p:cNvCxnSpPr>
              <a:cxnSpLocks/>
              <a:stCxn id="99" idx="3"/>
              <a:endCxn id="107" idx="1"/>
            </p:cNvCxnSpPr>
            <p:nvPr/>
          </p:nvCxnSpPr>
          <p:spPr>
            <a:xfrm>
              <a:off x="909957" y="92633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53301BE7-82CC-8B17-9849-DE9023E13D41}"/>
                </a:ext>
              </a:extLst>
            </p:cNvPr>
            <p:cNvCxnSpPr>
              <a:cxnSpLocks/>
              <a:stCxn id="98" idx="3"/>
              <a:endCxn id="108" idx="1"/>
            </p:cNvCxnSpPr>
            <p:nvPr/>
          </p:nvCxnSpPr>
          <p:spPr>
            <a:xfrm>
              <a:off x="909957" y="102014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Egyenes összekötő 102">
              <a:extLst>
                <a:ext uri="{FF2B5EF4-FFF2-40B4-BE49-F238E27FC236}">
                  <a16:creationId xmlns:a16="http://schemas.microsoft.com/office/drawing/2014/main" id="{BF134E07-BF67-3BDB-994C-261D9ADBA331}"/>
                </a:ext>
              </a:extLst>
            </p:cNvPr>
            <p:cNvCxnSpPr>
              <a:cxnSpLocks/>
              <a:stCxn id="98" idx="3"/>
              <a:endCxn id="107" idx="1"/>
            </p:cNvCxnSpPr>
            <p:nvPr/>
          </p:nvCxnSpPr>
          <p:spPr>
            <a:xfrm flipV="1">
              <a:off x="909957" y="92633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gyenes összekötő 103">
              <a:extLst>
                <a:ext uri="{FF2B5EF4-FFF2-40B4-BE49-F238E27FC236}">
                  <a16:creationId xmlns:a16="http://schemas.microsoft.com/office/drawing/2014/main" id="{53F6E6F2-2FCB-10B6-3796-B0743E3F286D}"/>
                </a:ext>
              </a:extLst>
            </p:cNvPr>
            <p:cNvCxnSpPr>
              <a:cxnSpLocks/>
              <a:stCxn id="99" idx="3"/>
              <a:endCxn id="108" idx="1"/>
            </p:cNvCxnSpPr>
            <p:nvPr/>
          </p:nvCxnSpPr>
          <p:spPr>
            <a:xfrm>
              <a:off x="909957" y="92633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Egyenes összekötő 104">
              <a:extLst>
                <a:ext uri="{FF2B5EF4-FFF2-40B4-BE49-F238E27FC236}">
                  <a16:creationId xmlns:a16="http://schemas.microsoft.com/office/drawing/2014/main" id="{78B9DBE0-E050-005C-774E-4A63D4756D8C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93306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gyenes összekötő 105">
              <a:extLst>
                <a:ext uri="{FF2B5EF4-FFF2-40B4-BE49-F238E27FC236}">
                  <a16:creationId xmlns:a16="http://schemas.microsoft.com/office/drawing/2014/main" id="{AED9C138-F767-4A5E-B6DD-5EF94B76CDD8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93306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7" name="Picture 11">
              <a:extLst>
                <a:ext uri="{FF2B5EF4-FFF2-40B4-BE49-F238E27FC236}">
                  <a16:creationId xmlns:a16="http://schemas.microsoft.com/office/drawing/2014/main" id="{1FC37248-2913-7556-C0FA-05DAE55AB3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11">
              <a:extLst>
                <a:ext uri="{FF2B5EF4-FFF2-40B4-BE49-F238E27FC236}">
                  <a16:creationId xmlns:a16="http://schemas.microsoft.com/office/drawing/2014/main" id="{5D571FC3-26CB-8406-2FD6-AF13B747C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9" name="Egyenes összekötő 108">
              <a:extLst>
                <a:ext uri="{FF2B5EF4-FFF2-40B4-BE49-F238E27FC236}">
                  <a16:creationId xmlns:a16="http://schemas.microsoft.com/office/drawing/2014/main" id="{AD09815E-C2BA-E803-63B1-2CC9DCF57DA2}"/>
                </a:ext>
              </a:extLst>
            </p:cNvPr>
            <p:cNvCxnSpPr>
              <a:cxnSpLocks/>
              <a:stCxn id="107" idx="3"/>
              <a:endCxn id="121" idx="1"/>
            </p:cNvCxnSpPr>
            <p:nvPr/>
          </p:nvCxnSpPr>
          <p:spPr>
            <a:xfrm>
              <a:off x="1984792" y="92633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Egyenes összekötő 109">
              <a:extLst>
                <a:ext uri="{FF2B5EF4-FFF2-40B4-BE49-F238E27FC236}">
                  <a16:creationId xmlns:a16="http://schemas.microsoft.com/office/drawing/2014/main" id="{EE14FA7A-9F4B-0B17-271A-E7433A0B838F}"/>
                </a:ext>
              </a:extLst>
            </p:cNvPr>
            <p:cNvCxnSpPr>
              <a:cxnSpLocks/>
              <a:stCxn id="108" idx="3"/>
              <a:endCxn id="122" idx="1"/>
            </p:cNvCxnSpPr>
            <p:nvPr/>
          </p:nvCxnSpPr>
          <p:spPr>
            <a:xfrm>
              <a:off x="1988384" y="102014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gyenes összekötő 110">
              <a:extLst>
                <a:ext uri="{FF2B5EF4-FFF2-40B4-BE49-F238E27FC236}">
                  <a16:creationId xmlns:a16="http://schemas.microsoft.com/office/drawing/2014/main" id="{B6643FB7-3DDD-ED22-2948-18AC0B626DB1}"/>
                </a:ext>
              </a:extLst>
            </p:cNvPr>
            <p:cNvCxnSpPr>
              <a:cxnSpLocks/>
              <a:stCxn id="122" idx="3"/>
              <a:endCxn id="100" idx="1"/>
            </p:cNvCxnSpPr>
            <p:nvPr/>
          </p:nvCxnSpPr>
          <p:spPr>
            <a:xfrm flipV="1">
              <a:off x="3063340" y="97045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Egyenes összekötő 111">
              <a:extLst>
                <a:ext uri="{FF2B5EF4-FFF2-40B4-BE49-F238E27FC236}">
                  <a16:creationId xmlns:a16="http://schemas.microsoft.com/office/drawing/2014/main" id="{C464F35C-0F2E-F4B3-BD34-FD7039A63367}"/>
                </a:ext>
              </a:extLst>
            </p:cNvPr>
            <p:cNvCxnSpPr>
              <a:cxnSpLocks/>
              <a:stCxn id="121" idx="3"/>
              <a:endCxn id="100" idx="1"/>
            </p:cNvCxnSpPr>
            <p:nvPr/>
          </p:nvCxnSpPr>
          <p:spPr>
            <a:xfrm>
              <a:off x="3063340" y="92633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Picture 11">
              <a:extLst>
                <a:ext uri="{FF2B5EF4-FFF2-40B4-BE49-F238E27FC236}">
                  <a16:creationId xmlns:a16="http://schemas.microsoft.com/office/drawing/2014/main" id="{EE2CF501-BB2D-61F1-5F86-7FE98A769D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11">
              <a:extLst>
                <a:ext uri="{FF2B5EF4-FFF2-40B4-BE49-F238E27FC236}">
                  <a16:creationId xmlns:a16="http://schemas.microsoft.com/office/drawing/2014/main" id="{AB599DC0-9AFF-A791-308F-7A570ACCE9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8" name="Csoportba foglalás 137">
            <a:extLst>
              <a:ext uri="{FF2B5EF4-FFF2-40B4-BE49-F238E27FC236}">
                <a16:creationId xmlns:a16="http://schemas.microsoft.com/office/drawing/2014/main" id="{AAAA7469-C1F7-A10B-8449-29A09C6B4176}"/>
              </a:ext>
            </a:extLst>
          </p:cNvPr>
          <p:cNvGrpSpPr/>
          <p:nvPr/>
        </p:nvGrpSpPr>
        <p:grpSpPr>
          <a:xfrm>
            <a:off x="117062" y="10886963"/>
            <a:ext cx="4059122" cy="1423482"/>
            <a:chOff x="117062" y="10886963"/>
            <a:chExt cx="4059122" cy="1423482"/>
          </a:xfrm>
        </p:grpSpPr>
        <p:sp>
          <p:nvSpPr>
            <p:cNvPr id="123" name="Téglalap: lekerekített 122">
              <a:extLst>
                <a:ext uri="{FF2B5EF4-FFF2-40B4-BE49-F238E27FC236}">
                  <a16:creationId xmlns:a16="http://schemas.microsoft.com/office/drawing/2014/main" id="{23021F9A-8244-A848-A0BD-B45183C82A60}"/>
                </a:ext>
              </a:extLst>
            </p:cNvPr>
            <p:cNvSpPr/>
            <p:nvPr/>
          </p:nvSpPr>
          <p:spPr>
            <a:xfrm>
              <a:off x="193263" y="109809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24" name="Téglalap: lekerekített 123">
              <a:extLst>
                <a:ext uri="{FF2B5EF4-FFF2-40B4-BE49-F238E27FC236}">
                  <a16:creationId xmlns:a16="http://schemas.microsoft.com/office/drawing/2014/main" id="{F37445A8-10D3-2AAD-C774-5BFE19762990}"/>
                </a:ext>
              </a:extLst>
            </p:cNvPr>
            <p:cNvSpPr/>
            <p:nvPr/>
          </p:nvSpPr>
          <p:spPr>
            <a:xfrm>
              <a:off x="117062" y="108869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25" name="Picture 5">
              <a:extLst>
                <a:ext uri="{FF2B5EF4-FFF2-40B4-BE49-F238E27FC236}">
                  <a16:creationId xmlns:a16="http://schemas.microsoft.com/office/drawing/2014/main" id="{1C0E7705-B212-895A-E2BF-BEFB336283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114242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6" name="Egyenes összekötő 125">
              <a:extLst>
                <a:ext uri="{FF2B5EF4-FFF2-40B4-BE49-F238E27FC236}">
                  <a16:creationId xmlns:a16="http://schemas.microsoft.com/office/drawing/2014/main" id="{43C45C96-0BBA-F130-A0C6-4B0DD912E99A}"/>
                </a:ext>
              </a:extLst>
            </p:cNvPr>
            <p:cNvCxnSpPr>
              <a:cxnSpLocks/>
              <a:stCxn id="127" idx="3"/>
              <a:endCxn id="125" idx="1"/>
            </p:cNvCxnSpPr>
            <p:nvPr/>
          </p:nvCxnSpPr>
          <p:spPr>
            <a:xfrm flipV="1">
              <a:off x="3063340" y="117278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7" name="Picture 11">
              <a:extLst>
                <a:ext uri="{FF2B5EF4-FFF2-40B4-BE49-F238E27FC236}">
                  <a16:creationId xmlns:a16="http://schemas.microsoft.com/office/drawing/2014/main" id="{83F5CB5E-938F-DEC7-E86B-DD9193461D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8" name="Picture 11">
              <a:extLst>
                <a:ext uri="{FF2B5EF4-FFF2-40B4-BE49-F238E27FC236}">
                  <a16:creationId xmlns:a16="http://schemas.microsoft.com/office/drawing/2014/main" id="{4E2C38BC-A351-EABE-8858-41DFC4922C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9" name="Egyenes összekötő 128">
              <a:extLst>
                <a:ext uri="{FF2B5EF4-FFF2-40B4-BE49-F238E27FC236}">
                  <a16:creationId xmlns:a16="http://schemas.microsoft.com/office/drawing/2014/main" id="{01BE09F7-622D-6432-C92E-B82F63D93770}"/>
                </a:ext>
              </a:extLst>
            </p:cNvPr>
            <p:cNvCxnSpPr>
              <a:cxnSpLocks/>
              <a:stCxn id="127" idx="1"/>
              <a:endCxn id="128" idx="3"/>
            </p:cNvCxnSpPr>
            <p:nvPr/>
          </p:nvCxnSpPr>
          <p:spPr>
            <a:xfrm flipH="1">
              <a:off x="1973144" y="117328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0" name="Picture 11">
              <a:extLst>
                <a:ext uri="{FF2B5EF4-FFF2-40B4-BE49-F238E27FC236}">
                  <a16:creationId xmlns:a16="http://schemas.microsoft.com/office/drawing/2014/main" id="{015CFB2E-53CA-21B5-D4D6-4C6E9F812A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1" name="Egyenes összekötő 130">
              <a:extLst>
                <a:ext uri="{FF2B5EF4-FFF2-40B4-BE49-F238E27FC236}">
                  <a16:creationId xmlns:a16="http://schemas.microsoft.com/office/drawing/2014/main" id="{76232657-33DE-F7B8-2CBA-AB4A6B7A4D28}"/>
                </a:ext>
              </a:extLst>
            </p:cNvPr>
            <p:cNvCxnSpPr>
              <a:cxnSpLocks/>
              <a:stCxn id="130" idx="3"/>
              <a:endCxn id="128" idx="1"/>
            </p:cNvCxnSpPr>
            <p:nvPr/>
          </p:nvCxnSpPr>
          <p:spPr>
            <a:xfrm>
              <a:off x="882948" y="117328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Téglalap 138">
            <a:extLst>
              <a:ext uri="{FF2B5EF4-FFF2-40B4-BE49-F238E27FC236}">
                <a16:creationId xmlns:a16="http://schemas.microsoft.com/office/drawing/2014/main" id="{4E9A76AA-C707-1C38-3F18-193F411E5274}"/>
              </a:ext>
            </a:extLst>
          </p:cNvPr>
          <p:cNvSpPr>
            <a:spLocks/>
          </p:cNvSpPr>
          <p:nvPr/>
        </p:nvSpPr>
        <p:spPr>
          <a:xfrm>
            <a:off x="8661400" y="1556155"/>
            <a:ext cx="5969000" cy="1451610"/>
          </a:xfrm>
          <a:prstGeom prst="rect">
            <a:avLst/>
          </a:prstGeom>
          <a:gradFill flip="none" rotWithShape="1">
            <a:gsLst>
              <a:gs pos="0">
                <a:srgbClr val="1F1F1F"/>
              </a:gs>
              <a:gs pos="81000">
                <a:srgbClr val="202020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0" name="Téglalap 139">
            <a:extLst>
              <a:ext uri="{FF2B5EF4-FFF2-40B4-BE49-F238E27FC236}">
                <a16:creationId xmlns:a16="http://schemas.microsoft.com/office/drawing/2014/main" id="{FD27EB82-258F-D44F-64F8-C0D85553D841}"/>
              </a:ext>
            </a:extLst>
          </p:cNvPr>
          <p:cNvSpPr/>
          <p:nvPr/>
        </p:nvSpPr>
        <p:spPr>
          <a:xfrm>
            <a:off x="8658430" y="627296"/>
            <a:ext cx="5969000" cy="928859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1" name="Google Shape;197;p21">
            <a:extLst>
              <a:ext uri="{FF2B5EF4-FFF2-40B4-BE49-F238E27FC236}">
                <a16:creationId xmlns:a16="http://schemas.microsoft.com/office/drawing/2014/main" id="{431191F6-892D-3C91-AA14-ADE40BD5DF84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2" name="Google Shape;198;p21" title="logo.png">
            <a:extLst>
              <a:ext uri="{FF2B5EF4-FFF2-40B4-BE49-F238E27FC236}">
                <a16:creationId xmlns:a16="http://schemas.microsoft.com/office/drawing/2014/main" id="{8DB9A846-84A3-DEC5-EBE7-2464638CC9E0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Téglalap 142">
            <a:extLst>
              <a:ext uri="{FF2B5EF4-FFF2-40B4-BE49-F238E27FC236}">
                <a16:creationId xmlns:a16="http://schemas.microsoft.com/office/drawing/2014/main" id="{02F00920-84FC-0445-8715-8110CA2CDA5F}"/>
              </a:ext>
            </a:extLst>
          </p:cNvPr>
          <p:cNvSpPr>
            <a:spLocks/>
          </p:cNvSpPr>
          <p:nvPr/>
        </p:nvSpPr>
        <p:spPr>
          <a:xfrm rot="10800000">
            <a:off x="8479052" y="5046246"/>
            <a:ext cx="5969000" cy="3181193"/>
          </a:xfrm>
          <a:prstGeom prst="rect">
            <a:avLst/>
          </a:prstGeom>
          <a:gradFill flip="none" rotWithShape="1">
            <a:gsLst>
              <a:gs pos="0">
                <a:srgbClr val="1F1F1F"/>
              </a:gs>
              <a:gs pos="100000">
                <a:srgbClr val="202020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8" name="Ellipszis 147">
            <a:extLst>
              <a:ext uri="{FF2B5EF4-FFF2-40B4-BE49-F238E27FC236}">
                <a16:creationId xmlns:a16="http://schemas.microsoft.com/office/drawing/2014/main" id="{3FA8E4D1-605A-B13F-3452-E4D4A5ABBAC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9" name="Google Shape;205;p22">
            <a:extLst>
              <a:ext uri="{FF2B5EF4-FFF2-40B4-BE49-F238E27FC236}">
                <a16:creationId xmlns:a16="http://schemas.microsoft.com/office/drawing/2014/main" id="{110C90C7-F119-6BD6-7D06-300CD3E3D42C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Hálózati Topológia</a:t>
            </a:r>
            <a:endParaRPr sz="3200" b="0" i="0" u="none" strike="noStrike" cap="none" dirty="0"/>
          </a:p>
        </p:txBody>
      </p:sp>
      <p:cxnSp>
        <p:nvCxnSpPr>
          <p:cNvPr id="150" name="Egyenes összekötő nyíllal 149">
            <a:extLst>
              <a:ext uri="{FF2B5EF4-FFF2-40B4-BE49-F238E27FC236}">
                <a16:creationId xmlns:a16="http://schemas.microsoft.com/office/drawing/2014/main" id="{84E24360-2A16-1686-7DF7-1F3C3FAB752E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9998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Csoportba foglalás 143">
            <a:extLst>
              <a:ext uri="{FF2B5EF4-FFF2-40B4-BE49-F238E27FC236}">
                <a16:creationId xmlns:a16="http://schemas.microsoft.com/office/drawing/2014/main" id="{E35C5B10-CBED-D1D6-3537-82ADF84B5045}"/>
              </a:ext>
            </a:extLst>
          </p:cNvPr>
          <p:cNvGrpSpPr/>
          <p:nvPr/>
        </p:nvGrpSpPr>
        <p:grpSpPr>
          <a:xfrm>
            <a:off x="9294672" y="-624128"/>
            <a:ext cx="3670163" cy="1942029"/>
            <a:chOff x="9257263" y="2338387"/>
            <a:chExt cx="3670163" cy="1942029"/>
          </a:xfrm>
        </p:grpSpPr>
        <p:sp>
          <p:nvSpPr>
            <p:cNvPr id="59" name="Google Shape;59;p13"/>
            <p:cNvSpPr/>
            <p:nvPr/>
          </p:nvSpPr>
          <p:spPr>
            <a:xfrm>
              <a:off x="9257263" y="2338387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3E3E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9446215" y="2423398"/>
              <a:ext cx="132398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1</a:t>
              </a:r>
              <a:endParaRPr sz="2650" b="0" i="0" u="none" strike="noStrike" cap="none"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9994379" y="2338388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Iroda</a:t>
              </a:r>
              <a:endParaRPr sz="2200" b="0" i="0" u="none" strike="noStrike" cap="none" dirty="0"/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9999679" y="2848689"/>
              <a:ext cx="2927747" cy="14317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342900" marR="0" lvl="0" indent="-34290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AutoNum type="arabicPeriod"/>
              </a:pPr>
              <a:r>
                <a:rPr lang="en" sz="1750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Emelet tech support</a:t>
              </a:r>
            </a:p>
            <a:p>
              <a:pPr marL="342900" marR="0" lvl="0" indent="-34290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AutoNum type="arabicPeriod"/>
              </a:pPr>
              <a:r>
                <a:rPr lang="en" sz="1750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Emelet Programozók</a:t>
              </a:r>
            </a:p>
            <a:p>
              <a:pPr marR="0" lvl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+    Rendszergazda</a:t>
              </a:r>
              <a:endParaRPr sz="1750" b="0" i="0" u="none" strike="noStrike" cap="none" dirty="0"/>
            </a:p>
          </p:txBody>
        </p:sp>
      </p:grpSp>
      <p:grpSp>
        <p:nvGrpSpPr>
          <p:cNvPr id="145" name="Csoportba foglalás 144">
            <a:extLst>
              <a:ext uri="{FF2B5EF4-FFF2-40B4-BE49-F238E27FC236}">
                <a16:creationId xmlns:a16="http://schemas.microsoft.com/office/drawing/2014/main" id="{4A51F1FA-56BE-C1E7-DEE0-39725288B1DC}"/>
              </a:ext>
            </a:extLst>
          </p:cNvPr>
          <p:cNvGrpSpPr/>
          <p:nvPr/>
        </p:nvGrpSpPr>
        <p:grpSpPr>
          <a:xfrm>
            <a:off x="9294672" y="2352353"/>
            <a:ext cx="3664863" cy="1942029"/>
            <a:chOff x="9262563" y="5579133"/>
            <a:chExt cx="3664863" cy="1942029"/>
          </a:xfrm>
        </p:grpSpPr>
        <p:sp>
          <p:nvSpPr>
            <p:cNvPr id="63" name="Google Shape;63;p13"/>
            <p:cNvSpPr/>
            <p:nvPr/>
          </p:nvSpPr>
          <p:spPr>
            <a:xfrm>
              <a:off x="9262563" y="5579133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3F3F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3"/>
            <p:cNvSpPr/>
            <p:nvPr/>
          </p:nvSpPr>
          <p:spPr>
            <a:xfrm>
              <a:off x="9423892" y="5664144"/>
              <a:ext cx="187523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2</a:t>
              </a:r>
              <a:endParaRPr sz="2650" b="0" i="0" u="none" strike="noStrike" cap="none"/>
            </a:p>
          </p:txBody>
        </p:sp>
        <p:sp>
          <p:nvSpPr>
            <p:cNvPr id="65" name="Google Shape;65;p13"/>
            <p:cNvSpPr/>
            <p:nvPr/>
          </p:nvSpPr>
          <p:spPr>
            <a:xfrm>
              <a:off x="9999679" y="5579133"/>
              <a:ext cx="2835235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Szerverterem</a:t>
              </a:r>
              <a:endParaRPr sz="2200" b="0" i="0" u="none" strike="noStrike" cap="none" dirty="0"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9999679" y="6069552"/>
              <a:ext cx="2927747" cy="14516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Publikus &amp; Dolgozói weboldal, Adatbázis, etc…</a:t>
              </a:r>
              <a:endParaRPr sz="1750" b="0" i="0" u="none" strike="noStrike" cap="none" dirty="0"/>
            </a:p>
          </p:txBody>
        </p:sp>
      </p:grpSp>
      <p:grpSp>
        <p:nvGrpSpPr>
          <p:cNvPr id="147" name="Csoportba foglalás 146">
            <a:extLst>
              <a:ext uri="{FF2B5EF4-FFF2-40B4-BE49-F238E27FC236}">
                <a16:creationId xmlns:a16="http://schemas.microsoft.com/office/drawing/2014/main" id="{F3D18374-BEC1-EDC7-4A10-64D0492261B7}"/>
              </a:ext>
            </a:extLst>
          </p:cNvPr>
          <p:cNvGrpSpPr/>
          <p:nvPr/>
        </p:nvGrpSpPr>
        <p:grpSpPr>
          <a:xfrm>
            <a:off x="9257263" y="5596281"/>
            <a:ext cx="3670163" cy="1020603"/>
            <a:chOff x="9257263" y="7129806"/>
            <a:chExt cx="3670163" cy="1020603"/>
          </a:xfrm>
        </p:grpSpPr>
        <p:sp>
          <p:nvSpPr>
            <p:cNvPr id="67" name="Google Shape;67;p13"/>
            <p:cNvSpPr/>
            <p:nvPr/>
          </p:nvSpPr>
          <p:spPr>
            <a:xfrm>
              <a:off x="9257263" y="7129806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4040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9414187" y="7214816"/>
              <a:ext cx="196334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3</a:t>
              </a:r>
              <a:endParaRPr sz="2650" b="0" i="0" u="none" strike="noStrike" cap="none"/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9994379" y="7129807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Raktár</a:t>
              </a:r>
              <a:endParaRPr sz="2200" b="0" i="0" u="none" strike="noStrike" cap="none" dirty="0"/>
            </a:p>
          </p:txBody>
        </p:sp>
        <p:sp>
          <p:nvSpPr>
            <p:cNvPr id="70" name="Google Shape;70;p13"/>
            <p:cNvSpPr/>
            <p:nvPr/>
          </p:nvSpPr>
          <p:spPr>
            <a:xfrm>
              <a:off x="9999679" y="7640107"/>
              <a:ext cx="2927747" cy="510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Vezeték nélküli hálózat, AAA</a:t>
              </a:r>
              <a:endParaRPr sz="1750" b="0" i="0" u="none" strike="noStrike" cap="none" dirty="0"/>
            </a:p>
          </p:txBody>
        </p:sp>
      </p:grpSp>
      <p:grpSp>
        <p:nvGrpSpPr>
          <p:cNvPr id="146" name="Csoportba foglalás 145">
            <a:extLst>
              <a:ext uri="{FF2B5EF4-FFF2-40B4-BE49-F238E27FC236}">
                <a16:creationId xmlns:a16="http://schemas.microsoft.com/office/drawing/2014/main" id="{8DA2743B-6739-7BC9-A151-FCDF95821E67}"/>
              </a:ext>
            </a:extLst>
          </p:cNvPr>
          <p:cNvGrpSpPr/>
          <p:nvPr/>
        </p:nvGrpSpPr>
        <p:grpSpPr>
          <a:xfrm>
            <a:off x="9251963" y="6838477"/>
            <a:ext cx="3670163" cy="1020603"/>
            <a:chOff x="9251963" y="8372002"/>
            <a:chExt cx="3670163" cy="1020603"/>
          </a:xfrm>
        </p:grpSpPr>
        <p:sp>
          <p:nvSpPr>
            <p:cNvPr id="71" name="Google Shape;71;p13"/>
            <p:cNvSpPr/>
            <p:nvPr/>
          </p:nvSpPr>
          <p:spPr>
            <a:xfrm>
              <a:off x="9251963" y="8372002"/>
              <a:ext cx="510302" cy="510302"/>
            </a:xfrm>
            <a:prstGeom prst="roundRect">
              <a:avLst>
                <a:gd name="adj" fmla="val 6667"/>
              </a:avLst>
            </a:prstGeom>
            <a:solidFill>
              <a:srgbClr val="4141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9403767" y="8457012"/>
              <a:ext cx="206573" cy="3402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650"/>
                <a:buFont typeface="Instrument Sans Medium"/>
                <a:buNone/>
              </a:pPr>
              <a:r>
                <a:rPr lang="en" sz="2650" b="0" i="0" u="none" strike="noStrike" cap="none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4</a:t>
              </a:r>
              <a:endParaRPr sz="2650" b="0" i="0" u="none" strike="noStrike" cap="none"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9989079" y="8372003"/>
              <a:ext cx="2927747" cy="3543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2200"/>
                <a:buFont typeface="Instrument Sans Medium"/>
                <a:buNone/>
              </a:pPr>
              <a:r>
                <a:rPr lang="en" sz="2200" b="0" i="0" u="none" strike="noStrike" cap="none" dirty="0">
                  <a:solidFill>
                    <a:srgbClr val="BFBFBF"/>
                  </a:solidFill>
                  <a:latin typeface="Instrument Sans Medium"/>
                  <a:ea typeface="Instrument Sans Medium"/>
                  <a:cs typeface="Instrument Sans Medium"/>
                  <a:sym typeface="Instrument Sans Medium"/>
                </a:rPr>
                <a:t>Csomagpont</a:t>
              </a:r>
              <a:endParaRPr sz="2200" b="0" i="0" u="none" strike="noStrike" cap="none" dirty="0"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9994379" y="8882303"/>
              <a:ext cx="2927747" cy="510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62857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1750"/>
                <a:buFont typeface="Open Sans"/>
                <a:buNone/>
              </a:pPr>
              <a:r>
                <a:rPr lang="en" sz="1750" b="0" i="0" u="none" strike="noStrike" cap="none" dirty="0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rPr>
                <a:t>IOT</a:t>
              </a:r>
              <a:endParaRPr sz="1750" b="0" i="0" u="none" strike="noStrike" cap="none" dirty="0"/>
            </a:p>
          </p:txBody>
        </p:sp>
      </p:grpSp>
      <p:sp>
        <p:nvSpPr>
          <p:cNvPr id="2" name="Ellipszis 1">
            <a:extLst>
              <a:ext uri="{FF2B5EF4-FFF2-40B4-BE49-F238E27FC236}">
                <a16:creationId xmlns:a16="http://schemas.microsoft.com/office/drawing/2014/main" id="{7BCB2E04-BDC4-4405-5847-D2AD22F1FAB4}"/>
              </a:ext>
            </a:extLst>
          </p:cNvPr>
          <p:cNvSpPr/>
          <p:nvPr/>
        </p:nvSpPr>
        <p:spPr>
          <a:xfrm>
            <a:off x="-696858" y="-2127155"/>
            <a:ext cx="9658513" cy="9658513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" name="Ellipszis 2">
            <a:extLst>
              <a:ext uri="{FF2B5EF4-FFF2-40B4-BE49-F238E27FC236}">
                <a16:creationId xmlns:a16="http://schemas.microsoft.com/office/drawing/2014/main" id="{F517E904-AF7B-111F-A7F9-BB2007C1A0E9}"/>
              </a:ext>
            </a:extLst>
          </p:cNvPr>
          <p:cNvSpPr/>
          <p:nvPr/>
        </p:nvSpPr>
        <p:spPr>
          <a:xfrm>
            <a:off x="-729465" y="1434887"/>
            <a:ext cx="5049961" cy="5049961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Ellipszis 3">
            <a:extLst>
              <a:ext uri="{FF2B5EF4-FFF2-40B4-BE49-F238E27FC236}">
                <a16:creationId xmlns:a16="http://schemas.microsoft.com/office/drawing/2014/main" id="{742FECE1-2646-BD59-A9E2-CE5704239D1E}"/>
              </a:ext>
            </a:extLst>
          </p:cNvPr>
          <p:cNvSpPr/>
          <p:nvPr/>
        </p:nvSpPr>
        <p:spPr>
          <a:xfrm>
            <a:off x="1512099" y="5784393"/>
            <a:ext cx="3956577" cy="3956577"/>
          </a:xfrm>
          <a:prstGeom prst="ellipse">
            <a:avLst/>
          </a:prstGeom>
          <a:gradFill flip="none" rotWithShape="1">
            <a:gsLst>
              <a:gs pos="0">
                <a:srgbClr val="32323C">
                  <a:alpha val="70000"/>
                </a:srgbClr>
              </a:gs>
              <a:gs pos="64000">
                <a:srgbClr val="2D2D2D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136" name="Csoportba foglalás 135">
            <a:extLst>
              <a:ext uri="{FF2B5EF4-FFF2-40B4-BE49-F238E27FC236}">
                <a16:creationId xmlns:a16="http://schemas.microsoft.com/office/drawing/2014/main" id="{DEC30A3A-256A-345A-C2FD-492A15A3CFCD}"/>
              </a:ext>
            </a:extLst>
          </p:cNvPr>
          <p:cNvGrpSpPr/>
          <p:nvPr/>
        </p:nvGrpSpPr>
        <p:grpSpPr>
          <a:xfrm>
            <a:off x="120164" y="-3462304"/>
            <a:ext cx="5907977" cy="3309902"/>
            <a:chOff x="120165" y="804898"/>
            <a:chExt cx="5613998" cy="3145201"/>
          </a:xfrm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6CC6674B-FC38-C106-27FD-0089EF4FA1CE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56" name="Picture 11">
              <a:extLst>
                <a:ext uri="{FF2B5EF4-FFF2-40B4-BE49-F238E27FC236}">
                  <a16:creationId xmlns:a16="http://schemas.microsoft.com/office/drawing/2014/main" id="{E2E2BA37-8564-905C-7A2E-A729128026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1">
              <a:extLst>
                <a:ext uri="{FF2B5EF4-FFF2-40B4-BE49-F238E27FC236}">
                  <a16:creationId xmlns:a16="http://schemas.microsoft.com/office/drawing/2014/main" id="{7F3BE444-5F99-E5C1-6AFE-A429426F61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11">
              <a:extLst>
                <a:ext uri="{FF2B5EF4-FFF2-40B4-BE49-F238E27FC236}">
                  <a16:creationId xmlns:a16="http://schemas.microsoft.com/office/drawing/2014/main" id="{4ED8322A-F0EB-0519-6794-95F631D815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11">
              <a:extLst>
                <a:ext uri="{FF2B5EF4-FFF2-40B4-BE49-F238E27FC236}">
                  <a16:creationId xmlns:a16="http://schemas.microsoft.com/office/drawing/2014/main" id="{ACE97D94-37CA-F44A-BC2B-9D95FD0ADA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11">
              <a:extLst>
                <a:ext uri="{FF2B5EF4-FFF2-40B4-BE49-F238E27FC236}">
                  <a16:creationId xmlns:a16="http://schemas.microsoft.com/office/drawing/2014/main" id="{2DA558AD-D540-C581-F726-4F25E15AE0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5">
              <a:extLst>
                <a:ext uri="{FF2B5EF4-FFF2-40B4-BE49-F238E27FC236}">
                  <a16:creationId xmlns:a16="http://schemas.microsoft.com/office/drawing/2014/main" id="{06F2FD05-5F25-F288-8126-5BD273D583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4" name="Egyenes összekötő 83">
              <a:extLst>
                <a:ext uri="{FF2B5EF4-FFF2-40B4-BE49-F238E27FC236}">
                  <a16:creationId xmlns:a16="http://schemas.microsoft.com/office/drawing/2014/main" id="{7C3F684F-1CB9-E814-4C9B-E29614CDE34F}"/>
                </a:ext>
              </a:extLst>
            </p:cNvPr>
            <p:cNvCxnSpPr>
              <a:cxnSpLocks/>
              <a:stCxn id="82" idx="3"/>
              <a:endCxn id="81" idx="1"/>
            </p:cNvCxnSpPr>
            <p:nvPr/>
          </p:nvCxnSpPr>
          <p:spPr>
            <a:xfrm>
              <a:off x="971751" y="3471345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Egyenes összekötő 84">
              <a:extLst>
                <a:ext uri="{FF2B5EF4-FFF2-40B4-BE49-F238E27FC236}">
                  <a16:creationId xmlns:a16="http://schemas.microsoft.com/office/drawing/2014/main" id="{F5886371-2A99-3F6E-B540-1DFBF6BF13DA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Egyenes összekötő 85">
              <a:extLst>
                <a:ext uri="{FF2B5EF4-FFF2-40B4-BE49-F238E27FC236}">
                  <a16:creationId xmlns:a16="http://schemas.microsoft.com/office/drawing/2014/main" id="{D3A5A9FE-6124-3425-CC51-7D413776D3E3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Egyenes összekötő 86">
              <a:extLst>
                <a:ext uri="{FF2B5EF4-FFF2-40B4-BE49-F238E27FC236}">
                  <a16:creationId xmlns:a16="http://schemas.microsoft.com/office/drawing/2014/main" id="{E80BA127-E8E0-ADAC-541C-FEA258B94E0A}"/>
                </a:ext>
              </a:extLst>
            </p:cNvPr>
            <p:cNvCxnSpPr>
              <a:cxnSpLocks/>
              <a:stCxn id="80" idx="3"/>
              <a:endCxn id="120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gyenes összekötő 87">
              <a:extLst>
                <a:ext uri="{FF2B5EF4-FFF2-40B4-BE49-F238E27FC236}">
                  <a16:creationId xmlns:a16="http://schemas.microsoft.com/office/drawing/2014/main" id="{EF121A6C-A01B-E95F-96C0-5D14C5EBD9AF}"/>
                </a:ext>
              </a:extLst>
            </p:cNvPr>
            <p:cNvCxnSpPr>
              <a:cxnSpLocks/>
              <a:stCxn id="97" idx="3"/>
              <a:endCxn id="119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gyenes összekötő 88">
              <a:extLst>
                <a:ext uri="{FF2B5EF4-FFF2-40B4-BE49-F238E27FC236}">
                  <a16:creationId xmlns:a16="http://schemas.microsoft.com/office/drawing/2014/main" id="{4292056C-A735-B4CA-C342-14CA9416587B}"/>
                </a:ext>
              </a:extLst>
            </p:cNvPr>
            <p:cNvCxnSpPr>
              <a:cxnSpLocks/>
              <a:stCxn id="57" idx="3"/>
              <a:endCxn id="97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Egyenes összekötő 89">
              <a:extLst>
                <a:ext uri="{FF2B5EF4-FFF2-40B4-BE49-F238E27FC236}">
                  <a16:creationId xmlns:a16="http://schemas.microsoft.com/office/drawing/2014/main" id="{B375B763-325C-7160-DDE4-EDAF2F843890}"/>
                </a:ext>
              </a:extLst>
            </p:cNvPr>
            <p:cNvCxnSpPr>
              <a:cxnSpLocks/>
              <a:stCxn id="56" idx="3"/>
              <a:endCxn id="80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Egyenes összekötő 90">
              <a:extLst>
                <a:ext uri="{FF2B5EF4-FFF2-40B4-BE49-F238E27FC236}">
                  <a16:creationId xmlns:a16="http://schemas.microsoft.com/office/drawing/2014/main" id="{D6CFAEF6-3D1A-D61E-FF26-C46AE6C68A39}"/>
                </a:ext>
              </a:extLst>
            </p:cNvPr>
            <p:cNvCxnSpPr>
              <a:cxnSpLocks/>
              <a:stCxn id="81" idx="0"/>
              <a:endCxn id="97" idx="2"/>
            </p:cNvCxnSpPr>
            <p:nvPr/>
          </p:nvCxnSpPr>
          <p:spPr>
            <a:xfrm flipV="1">
              <a:off x="2512160" y="2912889"/>
              <a:ext cx="0" cy="31461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Egyenes összekötő 91">
              <a:extLst>
                <a:ext uri="{FF2B5EF4-FFF2-40B4-BE49-F238E27FC236}">
                  <a16:creationId xmlns:a16="http://schemas.microsoft.com/office/drawing/2014/main" id="{7B023447-0D24-210B-CD8B-2DC15742AC46}"/>
                </a:ext>
              </a:extLst>
            </p:cNvPr>
            <p:cNvCxnSpPr>
              <a:cxnSpLocks/>
              <a:stCxn id="119" idx="3"/>
              <a:endCxn id="83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gyenes összekötő 92">
              <a:extLst>
                <a:ext uri="{FF2B5EF4-FFF2-40B4-BE49-F238E27FC236}">
                  <a16:creationId xmlns:a16="http://schemas.microsoft.com/office/drawing/2014/main" id="{1347DBDA-B960-D940-73D9-A69259EBF94D}"/>
                </a:ext>
              </a:extLst>
            </p:cNvPr>
            <p:cNvCxnSpPr>
              <a:cxnSpLocks/>
              <a:stCxn id="120" idx="3"/>
              <a:endCxn id="83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églalap: lekerekített 93">
              <a:extLst>
                <a:ext uri="{FF2B5EF4-FFF2-40B4-BE49-F238E27FC236}">
                  <a16:creationId xmlns:a16="http://schemas.microsoft.com/office/drawing/2014/main" id="{F83EF0DD-C0CD-E79B-FD43-DEADA8C6AED4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97" name="Picture 11">
              <a:extLst>
                <a:ext uri="{FF2B5EF4-FFF2-40B4-BE49-F238E27FC236}">
                  <a16:creationId xmlns:a16="http://schemas.microsoft.com/office/drawing/2014/main" id="{0898111E-D947-1239-E032-A39384B6DD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3" name="Egyenes összekötő 112">
              <a:extLst>
                <a:ext uri="{FF2B5EF4-FFF2-40B4-BE49-F238E27FC236}">
                  <a16:creationId xmlns:a16="http://schemas.microsoft.com/office/drawing/2014/main" id="{9AC298E8-B9D5-A564-372D-C07D1739B840}"/>
                </a:ext>
              </a:extLst>
            </p:cNvPr>
            <p:cNvCxnSpPr>
              <a:cxnSpLocks/>
              <a:stCxn id="97" idx="3"/>
              <a:endCxn id="118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gyenes összekötő 113">
              <a:extLst>
                <a:ext uri="{FF2B5EF4-FFF2-40B4-BE49-F238E27FC236}">
                  <a16:creationId xmlns:a16="http://schemas.microsoft.com/office/drawing/2014/main" id="{E3AE5CB4-AAFE-2DF0-55BA-18F7EB845B18}"/>
                </a:ext>
              </a:extLst>
            </p:cNvPr>
            <p:cNvCxnSpPr>
              <a:cxnSpLocks/>
              <a:stCxn id="80" idx="3"/>
              <a:endCxn id="118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Egyenes összekötő 114">
              <a:extLst>
                <a:ext uri="{FF2B5EF4-FFF2-40B4-BE49-F238E27FC236}">
                  <a16:creationId xmlns:a16="http://schemas.microsoft.com/office/drawing/2014/main" id="{6EA998EC-BAE6-8442-F4B6-A1C1FB0113E0}"/>
                </a:ext>
              </a:extLst>
            </p:cNvPr>
            <p:cNvCxnSpPr>
              <a:cxnSpLocks/>
              <a:stCxn id="80" idx="3"/>
              <a:endCxn id="117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Egyenes összekötő 115">
              <a:extLst>
                <a:ext uri="{FF2B5EF4-FFF2-40B4-BE49-F238E27FC236}">
                  <a16:creationId xmlns:a16="http://schemas.microsoft.com/office/drawing/2014/main" id="{0251F54C-233A-5A84-5794-EB02F3123E27}"/>
                </a:ext>
              </a:extLst>
            </p:cNvPr>
            <p:cNvCxnSpPr>
              <a:cxnSpLocks/>
              <a:stCxn id="97" idx="3"/>
              <a:endCxn id="117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7" name="Picture 11">
              <a:extLst>
                <a:ext uri="{FF2B5EF4-FFF2-40B4-BE49-F238E27FC236}">
                  <a16:creationId xmlns:a16="http://schemas.microsoft.com/office/drawing/2014/main" id="{E1DC470A-B791-07D6-EC5F-015FE52882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8" name="Picture 11">
              <a:extLst>
                <a:ext uri="{FF2B5EF4-FFF2-40B4-BE49-F238E27FC236}">
                  <a16:creationId xmlns:a16="http://schemas.microsoft.com/office/drawing/2014/main" id="{6EE7B698-C585-BB94-4B10-D8047E8E99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9" name="Picture 11">
              <a:extLst>
                <a:ext uri="{FF2B5EF4-FFF2-40B4-BE49-F238E27FC236}">
                  <a16:creationId xmlns:a16="http://schemas.microsoft.com/office/drawing/2014/main" id="{F6BB6295-D33D-7618-F731-F4AA6F5A79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">
              <a:extLst>
                <a:ext uri="{FF2B5EF4-FFF2-40B4-BE49-F238E27FC236}">
                  <a16:creationId xmlns:a16="http://schemas.microsoft.com/office/drawing/2014/main" id="{6C730556-72EE-D827-6AA9-75B0FE6B28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7" name="Csoportba foglalás 136">
            <a:extLst>
              <a:ext uri="{FF2B5EF4-FFF2-40B4-BE49-F238E27FC236}">
                <a16:creationId xmlns:a16="http://schemas.microsoft.com/office/drawing/2014/main" id="{29578E25-6FB4-EE2D-576D-9A7A1DDDF6E1}"/>
              </a:ext>
            </a:extLst>
          </p:cNvPr>
          <p:cNvGrpSpPr/>
          <p:nvPr/>
        </p:nvGrpSpPr>
        <p:grpSpPr>
          <a:xfrm>
            <a:off x="117062" y="797435"/>
            <a:ext cx="8615944" cy="4825800"/>
            <a:chOff x="117062" y="8417440"/>
            <a:chExt cx="4116962" cy="2305915"/>
          </a:xfrm>
        </p:grpSpPr>
        <p:sp>
          <p:nvSpPr>
            <p:cNvPr id="95" name="Téglalap: lekerekített 94">
              <a:extLst>
                <a:ext uri="{FF2B5EF4-FFF2-40B4-BE49-F238E27FC236}">
                  <a16:creationId xmlns:a16="http://schemas.microsoft.com/office/drawing/2014/main" id="{6BFE4CB4-C6D4-A74C-8BDC-9E3EE7E53FAF}"/>
                </a:ext>
              </a:extLst>
            </p:cNvPr>
            <p:cNvSpPr/>
            <p:nvPr/>
          </p:nvSpPr>
          <p:spPr>
            <a:xfrm>
              <a:off x="193263" y="85114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96" name="Téglalap: lekerekített 95">
              <a:extLst>
                <a:ext uri="{FF2B5EF4-FFF2-40B4-BE49-F238E27FC236}">
                  <a16:creationId xmlns:a16="http://schemas.microsoft.com/office/drawing/2014/main" id="{7F969D0A-1AF9-7747-2B22-38468059868E}"/>
                </a:ext>
              </a:extLst>
            </p:cNvPr>
            <p:cNvSpPr/>
            <p:nvPr/>
          </p:nvSpPr>
          <p:spPr>
            <a:xfrm>
              <a:off x="117062" y="84174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98" name="Picture 11">
              <a:extLst>
                <a:ext uri="{FF2B5EF4-FFF2-40B4-BE49-F238E27FC236}">
                  <a16:creationId xmlns:a16="http://schemas.microsoft.com/office/drawing/2014/main" id="{67DAD60C-AE36-601E-D1EF-5B27E2AC3A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9" name="Picture 11">
              <a:extLst>
                <a:ext uri="{FF2B5EF4-FFF2-40B4-BE49-F238E27FC236}">
                  <a16:creationId xmlns:a16="http://schemas.microsoft.com/office/drawing/2014/main" id="{E6C9F4AF-8EDB-33EC-B569-B0A0E3AA8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0" name="Picture 5">
              <a:extLst>
                <a:ext uri="{FF2B5EF4-FFF2-40B4-BE49-F238E27FC236}">
                  <a16:creationId xmlns:a16="http://schemas.microsoft.com/office/drawing/2014/main" id="{791AE6A1-CB15-4A5E-EA3C-74365D8F9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94009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1" name="Egyenes összekötő 100">
              <a:extLst>
                <a:ext uri="{FF2B5EF4-FFF2-40B4-BE49-F238E27FC236}">
                  <a16:creationId xmlns:a16="http://schemas.microsoft.com/office/drawing/2014/main" id="{09D77DF7-A485-105C-9572-2D56012DFBC4}"/>
                </a:ext>
              </a:extLst>
            </p:cNvPr>
            <p:cNvCxnSpPr>
              <a:cxnSpLocks/>
              <a:stCxn id="99" idx="3"/>
              <a:endCxn id="107" idx="1"/>
            </p:cNvCxnSpPr>
            <p:nvPr/>
          </p:nvCxnSpPr>
          <p:spPr>
            <a:xfrm>
              <a:off x="909957" y="92633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gyenes összekötő 101">
              <a:extLst>
                <a:ext uri="{FF2B5EF4-FFF2-40B4-BE49-F238E27FC236}">
                  <a16:creationId xmlns:a16="http://schemas.microsoft.com/office/drawing/2014/main" id="{53301BE7-82CC-8B17-9849-DE9023E13D41}"/>
                </a:ext>
              </a:extLst>
            </p:cNvPr>
            <p:cNvCxnSpPr>
              <a:cxnSpLocks/>
              <a:stCxn id="98" idx="3"/>
              <a:endCxn id="108" idx="1"/>
            </p:cNvCxnSpPr>
            <p:nvPr/>
          </p:nvCxnSpPr>
          <p:spPr>
            <a:xfrm>
              <a:off x="909957" y="102014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Egyenes összekötő 102">
              <a:extLst>
                <a:ext uri="{FF2B5EF4-FFF2-40B4-BE49-F238E27FC236}">
                  <a16:creationId xmlns:a16="http://schemas.microsoft.com/office/drawing/2014/main" id="{BF134E07-BF67-3BDB-994C-261D9ADBA331}"/>
                </a:ext>
              </a:extLst>
            </p:cNvPr>
            <p:cNvCxnSpPr>
              <a:cxnSpLocks/>
              <a:stCxn id="98" idx="3"/>
              <a:endCxn id="107" idx="1"/>
            </p:cNvCxnSpPr>
            <p:nvPr/>
          </p:nvCxnSpPr>
          <p:spPr>
            <a:xfrm flipV="1">
              <a:off x="909957" y="92633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gyenes összekötő 103">
              <a:extLst>
                <a:ext uri="{FF2B5EF4-FFF2-40B4-BE49-F238E27FC236}">
                  <a16:creationId xmlns:a16="http://schemas.microsoft.com/office/drawing/2014/main" id="{53F6E6F2-2FCB-10B6-3796-B0743E3F286D}"/>
                </a:ext>
              </a:extLst>
            </p:cNvPr>
            <p:cNvCxnSpPr>
              <a:cxnSpLocks/>
              <a:stCxn id="99" idx="3"/>
              <a:endCxn id="108" idx="1"/>
            </p:cNvCxnSpPr>
            <p:nvPr/>
          </p:nvCxnSpPr>
          <p:spPr>
            <a:xfrm>
              <a:off x="909957" y="92633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Egyenes összekötő 104">
              <a:extLst>
                <a:ext uri="{FF2B5EF4-FFF2-40B4-BE49-F238E27FC236}">
                  <a16:creationId xmlns:a16="http://schemas.microsoft.com/office/drawing/2014/main" id="{78B9DBE0-E050-005C-774E-4A63D4756D8C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93306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gyenes összekötő 105">
              <a:extLst>
                <a:ext uri="{FF2B5EF4-FFF2-40B4-BE49-F238E27FC236}">
                  <a16:creationId xmlns:a16="http://schemas.microsoft.com/office/drawing/2014/main" id="{AED9C138-F767-4A5E-B6DD-5EF94B76CDD8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93306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7" name="Picture 11">
              <a:extLst>
                <a:ext uri="{FF2B5EF4-FFF2-40B4-BE49-F238E27FC236}">
                  <a16:creationId xmlns:a16="http://schemas.microsoft.com/office/drawing/2014/main" id="{1FC37248-2913-7556-C0FA-05DAE55AB3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11">
              <a:extLst>
                <a:ext uri="{FF2B5EF4-FFF2-40B4-BE49-F238E27FC236}">
                  <a16:creationId xmlns:a16="http://schemas.microsoft.com/office/drawing/2014/main" id="{5D571FC3-26CB-8406-2FD6-AF13B747C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9" name="Egyenes összekötő 108">
              <a:extLst>
                <a:ext uri="{FF2B5EF4-FFF2-40B4-BE49-F238E27FC236}">
                  <a16:creationId xmlns:a16="http://schemas.microsoft.com/office/drawing/2014/main" id="{AD09815E-C2BA-E803-63B1-2CC9DCF57DA2}"/>
                </a:ext>
              </a:extLst>
            </p:cNvPr>
            <p:cNvCxnSpPr>
              <a:cxnSpLocks/>
              <a:stCxn id="107" idx="3"/>
              <a:endCxn id="121" idx="1"/>
            </p:cNvCxnSpPr>
            <p:nvPr/>
          </p:nvCxnSpPr>
          <p:spPr>
            <a:xfrm>
              <a:off x="1984792" y="92633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Egyenes összekötő 109">
              <a:extLst>
                <a:ext uri="{FF2B5EF4-FFF2-40B4-BE49-F238E27FC236}">
                  <a16:creationId xmlns:a16="http://schemas.microsoft.com/office/drawing/2014/main" id="{EE14FA7A-9F4B-0B17-271A-E7433A0B838F}"/>
                </a:ext>
              </a:extLst>
            </p:cNvPr>
            <p:cNvCxnSpPr>
              <a:cxnSpLocks/>
              <a:stCxn id="108" idx="3"/>
              <a:endCxn id="122" idx="1"/>
            </p:cNvCxnSpPr>
            <p:nvPr/>
          </p:nvCxnSpPr>
          <p:spPr>
            <a:xfrm>
              <a:off x="1988384" y="102014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gyenes összekötő 110">
              <a:extLst>
                <a:ext uri="{FF2B5EF4-FFF2-40B4-BE49-F238E27FC236}">
                  <a16:creationId xmlns:a16="http://schemas.microsoft.com/office/drawing/2014/main" id="{B6643FB7-3DDD-ED22-2948-18AC0B626DB1}"/>
                </a:ext>
              </a:extLst>
            </p:cNvPr>
            <p:cNvCxnSpPr>
              <a:cxnSpLocks/>
              <a:stCxn id="122" idx="3"/>
              <a:endCxn id="100" idx="1"/>
            </p:cNvCxnSpPr>
            <p:nvPr/>
          </p:nvCxnSpPr>
          <p:spPr>
            <a:xfrm flipV="1">
              <a:off x="3063340" y="97045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Egyenes összekötő 111">
              <a:extLst>
                <a:ext uri="{FF2B5EF4-FFF2-40B4-BE49-F238E27FC236}">
                  <a16:creationId xmlns:a16="http://schemas.microsoft.com/office/drawing/2014/main" id="{C464F35C-0F2E-F4B3-BD34-FD7039A63367}"/>
                </a:ext>
              </a:extLst>
            </p:cNvPr>
            <p:cNvCxnSpPr>
              <a:cxnSpLocks/>
              <a:stCxn id="121" idx="3"/>
              <a:endCxn id="100" idx="1"/>
            </p:cNvCxnSpPr>
            <p:nvPr/>
          </p:nvCxnSpPr>
          <p:spPr>
            <a:xfrm>
              <a:off x="3063340" y="92633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Picture 11">
              <a:extLst>
                <a:ext uri="{FF2B5EF4-FFF2-40B4-BE49-F238E27FC236}">
                  <a16:creationId xmlns:a16="http://schemas.microsoft.com/office/drawing/2014/main" id="{EE2CF501-BB2D-61F1-5F86-7FE98A769D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90195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11">
              <a:extLst>
                <a:ext uri="{FF2B5EF4-FFF2-40B4-BE49-F238E27FC236}">
                  <a16:creationId xmlns:a16="http://schemas.microsoft.com/office/drawing/2014/main" id="{AB599DC0-9AFF-A791-308F-7A570ACCE9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99576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8" name="Csoportba foglalás 137">
            <a:extLst>
              <a:ext uri="{FF2B5EF4-FFF2-40B4-BE49-F238E27FC236}">
                <a16:creationId xmlns:a16="http://schemas.microsoft.com/office/drawing/2014/main" id="{AAAA7469-C1F7-A10B-8449-29A09C6B4176}"/>
              </a:ext>
            </a:extLst>
          </p:cNvPr>
          <p:cNvGrpSpPr/>
          <p:nvPr/>
        </p:nvGrpSpPr>
        <p:grpSpPr>
          <a:xfrm>
            <a:off x="117062" y="10886963"/>
            <a:ext cx="4059122" cy="1423482"/>
            <a:chOff x="117062" y="10886963"/>
            <a:chExt cx="4059122" cy="1423482"/>
          </a:xfrm>
        </p:grpSpPr>
        <p:sp>
          <p:nvSpPr>
            <p:cNvPr id="123" name="Téglalap: lekerekített 122">
              <a:extLst>
                <a:ext uri="{FF2B5EF4-FFF2-40B4-BE49-F238E27FC236}">
                  <a16:creationId xmlns:a16="http://schemas.microsoft.com/office/drawing/2014/main" id="{23021F9A-8244-A848-A0BD-B45183C82A60}"/>
                </a:ext>
              </a:extLst>
            </p:cNvPr>
            <p:cNvSpPr/>
            <p:nvPr/>
          </p:nvSpPr>
          <p:spPr>
            <a:xfrm>
              <a:off x="193263" y="109809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24" name="Téglalap: lekerekített 123">
              <a:extLst>
                <a:ext uri="{FF2B5EF4-FFF2-40B4-BE49-F238E27FC236}">
                  <a16:creationId xmlns:a16="http://schemas.microsoft.com/office/drawing/2014/main" id="{F37445A8-10D3-2AAD-C774-5BFE19762990}"/>
                </a:ext>
              </a:extLst>
            </p:cNvPr>
            <p:cNvSpPr/>
            <p:nvPr/>
          </p:nvSpPr>
          <p:spPr>
            <a:xfrm>
              <a:off x="117062" y="108869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25" name="Picture 5">
              <a:extLst>
                <a:ext uri="{FF2B5EF4-FFF2-40B4-BE49-F238E27FC236}">
                  <a16:creationId xmlns:a16="http://schemas.microsoft.com/office/drawing/2014/main" id="{1C0E7705-B212-895A-E2BF-BEFB336283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114242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6" name="Egyenes összekötő 125">
              <a:extLst>
                <a:ext uri="{FF2B5EF4-FFF2-40B4-BE49-F238E27FC236}">
                  <a16:creationId xmlns:a16="http://schemas.microsoft.com/office/drawing/2014/main" id="{43C45C96-0BBA-F130-A0C6-4B0DD912E99A}"/>
                </a:ext>
              </a:extLst>
            </p:cNvPr>
            <p:cNvCxnSpPr>
              <a:cxnSpLocks/>
              <a:stCxn id="127" idx="3"/>
              <a:endCxn id="125" idx="1"/>
            </p:cNvCxnSpPr>
            <p:nvPr/>
          </p:nvCxnSpPr>
          <p:spPr>
            <a:xfrm flipV="1">
              <a:off x="3063340" y="117278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7" name="Picture 11">
              <a:extLst>
                <a:ext uri="{FF2B5EF4-FFF2-40B4-BE49-F238E27FC236}">
                  <a16:creationId xmlns:a16="http://schemas.microsoft.com/office/drawing/2014/main" id="{83F5CB5E-938F-DEC7-E86B-DD9193461D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8" name="Picture 11">
              <a:extLst>
                <a:ext uri="{FF2B5EF4-FFF2-40B4-BE49-F238E27FC236}">
                  <a16:creationId xmlns:a16="http://schemas.microsoft.com/office/drawing/2014/main" id="{4E2C38BC-A351-EABE-8858-41DFC4922C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9" name="Egyenes összekötő 128">
              <a:extLst>
                <a:ext uri="{FF2B5EF4-FFF2-40B4-BE49-F238E27FC236}">
                  <a16:creationId xmlns:a16="http://schemas.microsoft.com/office/drawing/2014/main" id="{01BE09F7-622D-6432-C92E-B82F63D93770}"/>
                </a:ext>
              </a:extLst>
            </p:cNvPr>
            <p:cNvCxnSpPr>
              <a:cxnSpLocks/>
              <a:stCxn id="127" idx="1"/>
              <a:endCxn id="128" idx="3"/>
            </p:cNvCxnSpPr>
            <p:nvPr/>
          </p:nvCxnSpPr>
          <p:spPr>
            <a:xfrm flipH="1">
              <a:off x="1973144" y="117328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0" name="Picture 11">
              <a:extLst>
                <a:ext uri="{FF2B5EF4-FFF2-40B4-BE49-F238E27FC236}">
                  <a16:creationId xmlns:a16="http://schemas.microsoft.com/office/drawing/2014/main" id="{015CFB2E-53CA-21B5-D4D6-4C6E9F812A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114890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1" name="Egyenes összekötő 130">
              <a:extLst>
                <a:ext uri="{FF2B5EF4-FFF2-40B4-BE49-F238E27FC236}">
                  <a16:creationId xmlns:a16="http://schemas.microsoft.com/office/drawing/2014/main" id="{76232657-33DE-F7B8-2CBA-AB4A6B7A4D28}"/>
                </a:ext>
              </a:extLst>
            </p:cNvPr>
            <p:cNvCxnSpPr>
              <a:cxnSpLocks/>
              <a:stCxn id="130" idx="3"/>
              <a:endCxn id="128" idx="1"/>
            </p:cNvCxnSpPr>
            <p:nvPr/>
          </p:nvCxnSpPr>
          <p:spPr>
            <a:xfrm>
              <a:off x="882948" y="117328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Téglalap 138">
            <a:extLst>
              <a:ext uri="{FF2B5EF4-FFF2-40B4-BE49-F238E27FC236}">
                <a16:creationId xmlns:a16="http://schemas.microsoft.com/office/drawing/2014/main" id="{4E9A76AA-C707-1C38-3F18-193F411E5274}"/>
              </a:ext>
            </a:extLst>
          </p:cNvPr>
          <p:cNvSpPr>
            <a:spLocks/>
          </p:cNvSpPr>
          <p:nvPr/>
        </p:nvSpPr>
        <p:spPr>
          <a:xfrm>
            <a:off x="8661400" y="1556155"/>
            <a:ext cx="5969000" cy="1451610"/>
          </a:xfrm>
          <a:prstGeom prst="rect">
            <a:avLst/>
          </a:prstGeom>
          <a:gradFill flip="none" rotWithShape="1">
            <a:gsLst>
              <a:gs pos="0">
                <a:srgbClr val="1F1F1F"/>
              </a:gs>
              <a:gs pos="81000">
                <a:srgbClr val="202020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0" name="Téglalap 139">
            <a:extLst>
              <a:ext uri="{FF2B5EF4-FFF2-40B4-BE49-F238E27FC236}">
                <a16:creationId xmlns:a16="http://schemas.microsoft.com/office/drawing/2014/main" id="{FD27EB82-258F-D44F-64F8-C0D85553D841}"/>
              </a:ext>
            </a:extLst>
          </p:cNvPr>
          <p:cNvSpPr/>
          <p:nvPr/>
        </p:nvSpPr>
        <p:spPr>
          <a:xfrm>
            <a:off x="8658430" y="627296"/>
            <a:ext cx="5969000" cy="928859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1" name="Google Shape;197;p21">
            <a:extLst>
              <a:ext uri="{FF2B5EF4-FFF2-40B4-BE49-F238E27FC236}">
                <a16:creationId xmlns:a16="http://schemas.microsoft.com/office/drawing/2014/main" id="{431191F6-892D-3C91-AA14-ADE40BD5DF84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2" name="Google Shape;198;p21" title="logo.png">
            <a:extLst>
              <a:ext uri="{FF2B5EF4-FFF2-40B4-BE49-F238E27FC236}">
                <a16:creationId xmlns:a16="http://schemas.microsoft.com/office/drawing/2014/main" id="{8DB9A846-84A3-DEC5-EBE7-2464638CC9E0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Téglalap 142">
            <a:extLst>
              <a:ext uri="{FF2B5EF4-FFF2-40B4-BE49-F238E27FC236}">
                <a16:creationId xmlns:a16="http://schemas.microsoft.com/office/drawing/2014/main" id="{02F00920-84FC-0445-8715-8110CA2CDA5F}"/>
              </a:ext>
            </a:extLst>
          </p:cNvPr>
          <p:cNvSpPr>
            <a:spLocks/>
          </p:cNvSpPr>
          <p:nvPr/>
        </p:nvSpPr>
        <p:spPr>
          <a:xfrm rot="10800000">
            <a:off x="8479052" y="5046246"/>
            <a:ext cx="5969000" cy="3181193"/>
          </a:xfrm>
          <a:prstGeom prst="rect">
            <a:avLst/>
          </a:prstGeom>
          <a:gradFill flip="none" rotWithShape="1">
            <a:gsLst>
              <a:gs pos="0">
                <a:srgbClr val="1F1F1F"/>
              </a:gs>
              <a:gs pos="100000">
                <a:srgbClr val="202020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6" name="Ellipszis 5">
            <a:extLst>
              <a:ext uri="{FF2B5EF4-FFF2-40B4-BE49-F238E27FC236}">
                <a16:creationId xmlns:a16="http://schemas.microsoft.com/office/drawing/2014/main" id="{31A373B3-54A2-4677-A5BA-0875593A50CE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Google Shape;205;p22">
            <a:extLst>
              <a:ext uri="{FF2B5EF4-FFF2-40B4-BE49-F238E27FC236}">
                <a16:creationId xmlns:a16="http://schemas.microsoft.com/office/drawing/2014/main" id="{5FD531B7-1DEF-FD61-9B2A-8B5AD737C3D9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Hálózati Topológia</a:t>
            </a:r>
            <a:endParaRPr sz="3200" b="0" i="0" u="none" strike="noStrike" cap="none" dirty="0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A47BA081-BDB5-70EE-D6DD-F09BFF8D0DCC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45BC309E-0C40-E514-64CC-F24CD9CF38AA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llipszis 9">
            <a:extLst>
              <a:ext uri="{FF2B5EF4-FFF2-40B4-BE49-F238E27FC236}">
                <a16:creationId xmlns:a16="http://schemas.microsoft.com/office/drawing/2014/main" id="{082186CF-13FB-C5FC-81BE-28E0A0A23E29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8E1B26DA-E88E-20F9-4372-C752652A18C5}"/>
              </a:ext>
            </a:extLst>
          </p:cNvPr>
          <p:cNvCxnSpPr>
            <a:cxnSpLocks/>
          </p:cNvCxnSpPr>
          <p:nvPr/>
        </p:nvCxnSpPr>
        <p:spPr>
          <a:xfrm>
            <a:off x="14226386" y="18250702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llipszis 14">
            <a:extLst>
              <a:ext uri="{FF2B5EF4-FFF2-40B4-BE49-F238E27FC236}">
                <a16:creationId xmlns:a16="http://schemas.microsoft.com/office/drawing/2014/main" id="{E1DD399D-475F-20C5-9E18-91B90707A963}"/>
              </a:ext>
            </a:extLst>
          </p:cNvPr>
          <p:cNvSpPr/>
          <p:nvPr/>
        </p:nvSpPr>
        <p:spPr>
          <a:xfrm>
            <a:off x="14072886" y="17818339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Google Shape;205;p22">
            <a:extLst>
              <a:ext uri="{FF2B5EF4-FFF2-40B4-BE49-F238E27FC236}">
                <a16:creationId xmlns:a16="http://schemas.microsoft.com/office/drawing/2014/main" id="{BE8490E2-1593-AC58-3E6E-050CA4F939B9}"/>
              </a:ext>
            </a:extLst>
          </p:cNvPr>
          <p:cNvSpPr/>
          <p:nvPr/>
        </p:nvSpPr>
        <p:spPr>
          <a:xfrm>
            <a:off x="1256507" y="8244363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VLAN Kialakítás és </a:t>
            </a:r>
            <a:r>
              <a:rPr lang="hu-HU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Dual-Stack</a:t>
            </a: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Címzés</a:t>
            </a:r>
          </a:p>
        </p:txBody>
      </p:sp>
    </p:spTree>
    <p:extLst>
      <p:ext uri="{BB962C8B-B14F-4D97-AF65-F5344CB8AC3E}">
        <p14:creationId xmlns:p14="http://schemas.microsoft.com/office/powerpoint/2010/main" val="2789737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églalap: lekerekített 12">
            <a:extLst>
              <a:ext uri="{FF2B5EF4-FFF2-40B4-BE49-F238E27FC236}">
                <a16:creationId xmlns:a16="http://schemas.microsoft.com/office/drawing/2014/main" id="{051A918A-EA9A-8943-3E40-15B5D24FD4EB}"/>
              </a:ext>
            </a:extLst>
          </p:cNvPr>
          <p:cNvSpPr/>
          <p:nvPr/>
        </p:nvSpPr>
        <p:spPr>
          <a:xfrm>
            <a:off x="355880" y="1725459"/>
            <a:ext cx="6728294" cy="4321767"/>
          </a:xfrm>
          <a:prstGeom prst="roundRect">
            <a:avLst>
              <a:gd name="adj" fmla="val 5540"/>
            </a:avLst>
          </a:prstGeom>
          <a:solidFill>
            <a:srgbClr val="00B0F0">
              <a:alpha val="10000"/>
            </a:srgbClr>
          </a:solidFill>
          <a:ln w="63500">
            <a:solidFill>
              <a:srgbClr val="00B0F0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2" name="Téglalap: lekerekített 41">
            <a:extLst>
              <a:ext uri="{FF2B5EF4-FFF2-40B4-BE49-F238E27FC236}">
                <a16:creationId xmlns:a16="http://schemas.microsoft.com/office/drawing/2014/main" id="{79D9C79D-FAA6-787C-CFCC-3CCE2A4C7DB9}"/>
              </a:ext>
            </a:extLst>
          </p:cNvPr>
          <p:cNvSpPr/>
          <p:nvPr/>
        </p:nvSpPr>
        <p:spPr>
          <a:xfrm>
            <a:off x="601052" y="4832741"/>
            <a:ext cx="3635202" cy="1023481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1" name="Téglalap: lekerekített 40">
            <a:extLst>
              <a:ext uri="{FF2B5EF4-FFF2-40B4-BE49-F238E27FC236}">
                <a16:creationId xmlns:a16="http://schemas.microsoft.com/office/drawing/2014/main" id="{7D668556-BA20-32A3-76C1-E8BA26366576}"/>
              </a:ext>
            </a:extLst>
          </p:cNvPr>
          <p:cNvSpPr/>
          <p:nvPr/>
        </p:nvSpPr>
        <p:spPr>
          <a:xfrm>
            <a:off x="595713" y="3704166"/>
            <a:ext cx="3635202" cy="1023481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0" name="Téglalap: lekerekített 39">
            <a:extLst>
              <a:ext uri="{FF2B5EF4-FFF2-40B4-BE49-F238E27FC236}">
                <a16:creationId xmlns:a16="http://schemas.microsoft.com/office/drawing/2014/main" id="{4A2E5B20-5F8A-E61B-3B93-7FFA14BE74A2}"/>
              </a:ext>
            </a:extLst>
          </p:cNvPr>
          <p:cNvSpPr/>
          <p:nvPr/>
        </p:nvSpPr>
        <p:spPr>
          <a:xfrm>
            <a:off x="631998" y="2103026"/>
            <a:ext cx="3635202" cy="1023481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aphicFrame>
        <p:nvGraphicFramePr>
          <p:cNvPr id="9" name="Táblázat 8">
            <a:extLst>
              <a:ext uri="{FF2B5EF4-FFF2-40B4-BE49-F238E27FC236}">
                <a16:creationId xmlns:a16="http://schemas.microsoft.com/office/drawing/2014/main" id="{F41CA7A7-72FB-69DA-1649-B95727BE6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931625"/>
              </p:ext>
            </p:extLst>
          </p:nvPr>
        </p:nvGraphicFramePr>
        <p:xfrm>
          <a:off x="7589531" y="1611809"/>
          <a:ext cx="6273879" cy="1483360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047180">
                  <a:extLst>
                    <a:ext uri="{9D8B030D-6E8A-4147-A177-3AD203B41FA5}">
                      <a16:colId xmlns:a16="http://schemas.microsoft.com/office/drawing/2014/main" val="2839596000"/>
                    </a:ext>
                  </a:extLst>
                </a:gridCol>
                <a:gridCol w="1415508">
                  <a:extLst>
                    <a:ext uri="{9D8B030D-6E8A-4147-A177-3AD203B41FA5}">
                      <a16:colId xmlns:a16="http://schemas.microsoft.com/office/drawing/2014/main" val="2109246289"/>
                    </a:ext>
                  </a:extLst>
                </a:gridCol>
                <a:gridCol w="3811191">
                  <a:extLst>
                    <a:ext uri="{9D8B030D-6E8A-4147-A177-3AD203B41FA5}">
                      <a16:colId xmlns:a16="http://schemas.microsoft.com/office/drawing/2014/main" val="407587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VLAN ID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Megnevezés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Leírás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210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 Emelet 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Fejleszés (Programozók, Tesztelők)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188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  <a:endParaRPr lang="hu-HU" dirty="0"/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 Emelet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Ügyfélszolgálat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955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  <a:endParaRPr lang="hu-HU" dirty="0"/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Management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Iroda, hálózati eszközök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095399"/>
                  </a:ext>
                </a:extLst>
              </a:tr>
            </a:tbl>
          </a:graphicData>
        </a:graphic>
      </p:graphicFrame>
      <p:graphicFrame>
        <p:nvGraphicFramePr>
          <p:cNvPr id="10" name="Táblázat 9">
            <a:extLst>
              <a:ext uri="{FF2B5EF4-FFF2-40B4-BE49-F238E27FC236}">
                <a16:creationId xmlns:a16="http://schemas.microsoft.com/office/drawing/2014/main" id="{E5E6FBDD-EFF0-40D6-0C43-AD347D655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639300"/>
              </p:ext>
            </p:extLst>
          </p:nvPr>
        </p:nvGraphicFramePr>
        <p:xfrm>
          <a:off x="7589529" y="3364409"/>
          <a:ext cx="6273879" cy="1549400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964793">
                  <a:extLst>
                    <a:ext uri="{9D8B030D-6E8A-4147-A177-3AD203B41FA5}">
                      <a16:colId xmlns:a16="http://schemas.microsoft.com/office/drawing/2014/main" val="2839596000"/>
                    </a:ext>
                  </a:extLst>
                </a:gridCol>
                <a:gridCol w="1797742">
                  <a:extLst>
                    <a:ext uri="{9D8B030D-6E8A-4147-A177-3AD203B41FA5}">
                      <a16:colId xmlns:a16="http://schemas.microsoft.com/office/drawing/2014/main" val="2109246289"/>
                    </a:ext>
                  </a:extLst>
                </a:gridCol>
                <a:gridCol w="3511344">
                  <a:extLst>
                    <a:ext uri="{9D8B030D-6E8A-4147-A177-3AD203B41FA5}">
                      <a16:colId xmlns:a16="http://schemas.microsoft.com/office/drawing/2014/main" val="407587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VLAN ID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Alhálózat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Gateway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21058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192.168.10.0     /24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192.168.</a:t>
                      </a:r>
                      <a:r>
                        <a:rPr lang="en-US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1</a:t>
                      </a:r>
                      <a:r>
                        <a:rPr lang="hu-HU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0.1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188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  <a:endParaRPr lang="hu-HU" dirty="0"/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192.168.20.0     /24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192.168.</a:t>
                      </a:r>
                      <a:r>
                        <a:rPr lang="en-US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2</a:t>
                      </a:r>
                      <a:r>
                        <a:rPr lang="hu-HU" sz="1400" b="0" u="none" strike="noStrike" cap="none" dirty="0">
                          <a:solidFill>
                            <a:schemeClr val="lt1"/>
                          </a:solidFill>
                          <a:effectLst/>
                          <a:sym typeface="Arial"/>
                        </a:rPr>
                        <a:t>0.1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955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  <a:endParaRPr lang="hu-HU" dirty="0"/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192.168.88.0     /28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095399"/>
                  </a:ext>
                </a:extLst>
              </a:tr>
            </a:tbl>
          </a:graphicData>
        </a:graphic>
      </p:graphicFrame>
      <p:graphicFrame>
        <p:nvGraphicFramePr>
          <p:cNvPr id="11" name="Táblázat 10">
            <a:extLst>
              <a:ext uri="{FF2B5EF4-FFF2-40B4-BE49-F238E27FC236}">
                <a16:creationId xmlns:a16="http://schemas.microsoft.com/office/drawing/2014/main" id="{3B6FF38E-8D0D-E491-FA63-1D461913D8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487760"/>
              </p:ext>
            </p:extLst>
          </p:nvPr>
        </p:nvGraphicFramePr>
        <p:xfrm>
          <a:off x="7589529" y="5301439"/>
          <a:ext cx="6273883" cy="1549400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943293">
                  <a:extLst>
                    <a:ext uri="{9D8B030D-6E8A-4147-A177-3AD203B41FA5}">
                      <a16:colId xmlns:a16="http://schemas.microsoft.com/office/drawing/2014/main" val="2839596000"/>
                    </a:ext>
                  </a:extLst>
                </a:gridCol>
                <a:gridCol w="1857693">
                  <a:extLst>
                    <a:ext uri="{9D8B030D-6E8A-4147-A177-3AD203B41FA5}">
                      <a16:colId xmlns:a16="http://schemas.microsoft.com/office/drawing/2014/main" val="2109246289"/>
                    </a:ext>
                  </a:extLst>
                </a:gridCol>
                <a:gridCol w="3472897">
                  <a:extLst>
                    <a:ext uri="{9D8B030D-6E8A-4147-A177-3AD203B41FA5}">
                      <a16:colId xmlns:a16="http://schemas.microsoft.com/office/drawing/2014/main" val="407587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VLAN ID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Alhálózat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Gateway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21058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effectLst/>
                        </a:rPr>
                        <a:t>2001:DB8:30:10::/64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effectLst/>
                        </a:rPr>
                        <a:t>2001:DB8:30:10::</a:t>
                      </a:r>
                      <a:r>
                        <a:rPr lang="en-US" dirty="0">
                          <a:effectLst/>
                        </a:rPr>
                        <a:t>1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188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  <a:endParaRPr lang="hu-HU" dirty="0"/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effectLst/>
                        </a:rPr>
                        <a:t>2001:DB8:30:</a:t>
                      </a:r>
                      <a:r>
                        <a:rPr lang="en-US" dirty="0">
                          <a:effectLst/>
                        </a:rPr>
                        <a:t>2</a:t>
                      </a:r>
                      <a:r>
                        <a:rPr lang="hu-HU" dirty="0">
                          <a:effectLst/>
                        </a:rPr>
                        <a:t>0::/64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effectLst/>
                        </a:rPr>
                        <a:t>2001:DB8:30:</a:t>
                      </a:r>
                      <a:r>
                        <a:rPr lang="en-US" dirty="0">
                          <a:effectLst/>
                        </a:rPr>
                        <a:t>20::1</a:t>
                      </a:r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955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  <a:endParaRPr lang="hu-HU" dirty="0"/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effectLst/>
                        </a:rPr>
                        <a:t>2001:DB8:30:</a:t>
                      </a:r>
                      <a:r>
                        <a:rPr lang="en-US" dirty="0">
                          <a:effectLst/>
                        </a:rPr>
                        <a:t>88</a:t>
                      </a:r>
                      <a:r>
                        <a:rPr lang="hu-HU" dirty="0">
                          <a:effectLst/>
                        </a:rPr>
                        <a:t>::/64</a:t>
                      </a:r>
                      <a:endParaRPr lang="hu-H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095399"/>
                  </a:ext>
                </a:extLst>
              </a:tr>
            </a:tbl>
          </a:graphicData>
        </a:graphic>
      </p:graphicFrame>
      <p:pic>
        <p:nvPicPr>
          <p:cNvPr id="14" name="Picture 11">
            <a:extLst>
              <a:ext uri="{FF2B5EF4-FFF2-40B4-BE49-F238E27FC236}">
                <a16:creationId xmlns:a16="http://schemas.microsoft.com/office/drawing/2014/main" id="{8E14F5A4-5939-DD2A-4D38-BB22846EB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386" y="229333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1">
            <a:extLst>
              <a:ext uri="{FF2B5EF4-FFF2-40B4-BE49-F238E27FC236}">
                <a16:creationId xmlns:a16="http://schemas.microsoft.com/office/drawing/2014/main" id="{DBF63C1C-4AA7-F07A-B7BE-17CE5B11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386" y="388737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6D7398D-DA17-5938-15A2-4B14E0B14075}"/>
              </a:ext>
            </a:extLst>
          </p:cNvPr>
          <p:cNvCxnSpPr>
            <a:cxnSpLocks/>
          </p:cNvCxnSpPr>
          <p:nvPr/>
        </p:nvCxnSpPr>
        <p:spPr>
          <a:xfrm>
            <a:off x="3550523" y="2984084"/>
            <a:ext cx="0" cy="1059136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gyenes összekötő 21">
            <a:extLst>
              <a:ext uri="{FF2B5EF4-FFF2-40B4-BE49-F238E27FC236}">
                <a16:creationId xmlns:a16="http://schemas.microsoft.com/office/drawing/2014/main" id="{4364F0DB-E339-14CC-2F15-E63502392286}"/>
              </a:ext>
            </a:extLst>
          </p:cNvPr>
          <p:cNvCxnSpPr>
            <a:cxnSpLocks/>
          </p:cNvCxnSpPr>
          <p:nvPr/>
        </p:nvCxnSpPr>
        <p:spPr>
          <a:xfrm>
            <a:off x="3725908" y="2984084"/>
            <a:ext cx="0" cy="1059136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gyenes összekötő 22">
            <a:extLst>
              <a:ext uri="{FF2B5EF4-FFF2-40B4-BE49-F238E27FC236}">
                <a16:creationId xmlns:a16="http://schemas.microsoft.com/office/drawing/2014/main" id="{90894258-4B73-E430-F1A9-6A18F1B69DA0}"/>
              </a:ext>
            </a:extLst>
          </p:cNvPr>
          <p:cNvCxnSpPr>
            <a:cxnSpLocks/>
            <a:stCxn id="16" idx="3"/>
            <a:endCxn id="39" idx="1"/>
          </p:cNvCxnSpPr>
          <p:nvPr/>
        </p:nvCxnSpPr>
        <p:spPr>
          <a:xfrm>
            <a:off x="3981342" y="263870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gyenes összekötő 23">
            <a:extLst>
              <a:ext uri="{FF2B5EF4-FFF2-40B4-BE49-F238E27FC236}">
                <a16:creationId xmlns:a16="http://schemas.microsoft.com/office/drawing/2014/main" id="{048EE843-C9B9-D776-0DE7-B720DA5DD85A}"/>
              </a:ext>
            </a:extLst>
          </p:cNvPr>
          <p:cNvCxnSpPr>
            <a:cxnSpLocks/>
            <a:stCxn id="31" idx="3"/>
            <a:endCxn id="38" idx="1"/>
          </p:cNvCxnSpPr>
          <p:nvPr/>
        </p:nvCxnSpPr>
        <p:spPr>
          <a:xfrm>
            <a:off x="3981342" y="423274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24">
            <a:extLst>
              <a:ext uri="{FF2B5EF4-FFF2-40B4-BE49-F238E27FC236}">
                <a16:creationId xmlns:a16="http://schemas.microsoft.com/office/drawing/2014/main" id="{067AB51A-6C35-576E-A19C-6D1366496241}"/>
              </a:ext>
            </a:extLst>
          </p:cNvPr>
          <p:cNvCxnSpPr>
            <a:cxnSpLocks/>
            <a:stCxn id="15" idx="3"/>
            <a:endCxn id="31" idx="1"/>
          </p:cNvCxnSpPr>
          <p:nvPr/>
        </p:nvCxnSpPr>
        <p:spPr>
          <a:xfrm>
            <a:off x="1454135" y="423274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25">
            <a:extLst>
              <a:ext uri="{FF2B5EF4-FFF2-40B4-BE49-F238E27FC236}">
                <a16:creationId xmlns:a16="http://schemas.microsoft.com/office/drawing/2014/main" id="{57346647-6619-167C-03C3-5B9202B97127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1454135" y="263870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églalap: lekerekített 29">
            <a:extLst>
              <a:ext uri="{FF2B5EF4-FFF2-40B4-BE49-F238E27FC236}">
                <a16:creationId xmlns:a16="http://schemas.microsoft.com/office/drawing/2014/main" id="{F25F3D72-6224-A158-4762-0F7D7BF3872D}"/>
              </a:ext>
            </a:extLst>
          </p:cNvPr>
          <p:cNvSpPr/>
          <p:nvPr/>
        </p:nvSpPr>
        <p:spPr>
          <a:xfrm>
            <a:off x="247950" y="1592369"/>
            <a:ext cx="1814392" cy="510657"/>
          </a:xfrm>
          <a:prstGeom prst="roundRect">
            <a:avLst>
              <a:gd name="adj" fmla="val 17514"/>
            </a:avLst>
          </a:prstGeom>
          <a:solidFill>
            <a:srgbClr val="1C2E34"/>
          </a:solidFill>
          <a:ln w="63500">
            <a:solidFill>
              <a:srgbClr val="00B0F0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Telephely</a:t>
            </a:r>
            <a:endParaRPr lang="hu-HU" dirty="0"/>
          </a:p>
        </p:txBody>
      </p:sp>
      <p:cxnSp>
        <p:nvCxnSpPr>
          <p:cNvPr id="32" name="Egyenes összekötő 31">
            <a:extLst>
              <a:ext uri="{FF2B5EF4-FFF2-40B4-BE49-F238E27FC236}">
                <a16:creationId xmlns:a16="http://schemas.microsoft.com/office/drawing/2014/main" id="{8C225910-3430-96B3-ECD7-F604F6E0AC77}"/>
              </a:ext>
            </a:extLst>
          </p:cNvPr>
          <p:cNvCxnSpPr>
            <a:cxnSpLocks/>
            <a:stCxn id="31" idx="3"/>
            <a:endCxn id="37" idx="0"/>
          </p:cNvCxnSpPr>
          <p:nvPr/>
        </p:nvCxnSpPr>
        <p:spPr>
          <a:xfrm>
            <a:off x="3981342" y="4232749"/>
            <a:ext cx="945661" cy="790996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71193874-D00C-A04D-6118-8C18DC37A4A2}"/>
              </a:ext>
            </a:extLst>
          </p:cNvPr>
          <p:cNvCxnSpPr>
            <a:cxnSpLocks/>
            <a:stCxn id="16" idx="3"/>
            <a:endCxn id="37" idx="0"/>
          </p:cNvCxnSpPr>
          <p:nvPr/>
        </p:nvCxnSpPr>
        <p:spPr>
          <a:xfrm>
            <a:off x="3981342" y="2638709"/>
            <a:ext cx="945661" cy="2385036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6BC8584C-8800-43CC-74C1-2BD83F2C31E4}"/>
              </a:ext>
            </a:extLst>
          </p:cNvPr>
          <p:cNvCxnSpPr>
            <a:cxnSpLocks/>
            <a:stCxn id="16" idx="3"/>
            <a:endCxn id="36" idx="0"/>
          </p:cNvCxnSpPr>
          <p:nvPr/>
        </p:nvCxnSpPr>
        <p:spPr>
          <a:xfrm>
            <a:off x="3981342" y="2638709"/>
            <a:ext cx="1236171" cy="570559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gyenes összekötő 34">
            <a:extLst>
              <a:ext uri="{FF2B5EF4-FFF2-40B4-BE49-F238E27FC236}">
                <a16:creationId xmlns:a16="http://schemas.microsoft.com/office/drawing/2014/main" id="{213DAE9A-EFF2-0A08-E900-1EAA4B91A52B}"/>
              </a:ext>
            </a:extLst>
          </p:cNvPr>
          <p:cNvCxnSpPr>
            <a:cxnSpLocks/>
            <a:stCxn id="31" idx="3"/>
            <a:endCxn id="36" idx="0"/>
          </p:cNvCxnSpPr>
          <p:nvPr/>
        </p:nvCxnSpPr>
        <p:spPr>
          <a:xfrm flipV="1">
            <a:off x="3981342" y="3209268"/>
            <a:ext cx="1236171" cy="102348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11">
            <a:extLst>
              <a:ext uri="{FF2B5EF4-FFF2-40B4-BE49-F238E27FC236}">
                <a16:creationId xmlns:a16="http://schemas.microsoft.com/office/drawing/2014/main" id="{9773A605-0A11-0B35-BCE7-E7986981D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2138" y="3209268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1">
            <a:extLst>
              <a:ext uri="{FF2B5EF4-FFF2-40B4-BE49-F238E27FC236}">
                <a16:creationId xmlns:a16="http://schemas.microsoft.com/office/drawing/2014/main" id="{AD2EA840-8E34-87D6-164C-B54B092B3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628" y="502374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1">
            <a:extLst>
              <a:ext uri="{FF2B5EF4-FFF2-40B4-BE49-F238E27FC236}">
                <a16:creationId xmlns:a16="http://schemas.microsoft.com/office/drawing/2014/main" id="{18E720EA-C98A-308E-5E70-8C0B0D62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799" y="388737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11">
            <a:extLst>
              <a:ext uri="{FF2B5EF4-FFF2-40B4-BE49-F238E27FC236}">
                <a16:creationId xmlns:a16="http://schemas.microsoft.com/office/drawing/2014/main" id="{9EFE78D0-0C66-17F1-3355-E7933CFF6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799" y="229333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EF339B33-9C19-9B1A-0589-65751ACDB87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794FE9DD-B017-D2BB-7AB6-AC5493BF5A0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Szövegdoboz 42">
            <a:extLst>
              <a:ext uri="{FF2B5EF4-FFF2-40B4-BE49-F238E27FC236}">
                <a16:creationId xmlns:a16="http://schemas.microsoft.com/office/drawing/2014/main" id="{1662738A-8AF3-C680-03A6-EEAE187A343C}"/>
              </a:ext>
            </a:extLst>
          </p:cNvPr>
          <p:cNvSpPr txBox="1"/>
          <p:nvPr/>
        </p:nvSpPr>
        <p:spPr>
          <a:xfrm>
            <a:off x="885370" y="6691086"/>
            <a:ext cx="60234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TODO: VLAN 99 </a:t>
            </a:r>
            <a:r>
              <a:rPr lang="en-US" dirty="0" err="1">
                <a:solidFill>
                  <a:schemeClr val="bg1"/>
                </a:solidFill>
              </a:rPr>
              <a:t>szervereknek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VLAN 10, 20 -&gt; 99 ACL PERMIT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VALN 99 -&gt; 10, 20 ACL PERMIT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VLAN 10 -&gt; 20 v </a:t>
            </a:r>
            <a:r>
              <a:rPr lang="en-US" dirty="0" err="1">
                <a:solidFill>
                  <a:schemeClr val="bg1"/>
                </a:solidFill>
              </a:rPr>
              <a:t>vissza</a:t>
            </a:r>
            <a:r>
              <a:rPr lang="en-US" dirty="0">
                <a:solidFill>
                  <a:schemeClr val="bg1"/>
                </a:solidFill>
              </a:rPr>
              <a:t> DENY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31" name="Picture 11">
            <a:extLst>
              <a:ext uri="{FF2B5EF4-FFF2-40B4-BE49-F238E27FC236}">
                <a16:creationId xmlns:a16="http://schemas.microsoft.com/office/drawing/2014/main" id="{F50FCB16-CBA4-B3E3-E83F-35BBBA8E2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0593" y="388737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ADF38AAA-CDE2-9A42-B1BD-ACCA993F5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0593" y="229333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Ellipszis 43">
            <a:extLst>
              <a:ext uri="{FF2B5EF4-FFF2-40B4-BE49-F238E27FC236}">
                <a16:creationId xmlns:a16="http://schemas.microsoft.com/office/drawing/2014/main" id="{93C02FE3-FDE2-60B0-7CE9-5FF32D701023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5" name="Google Shape;205;p22">
            <a:extLst>
              <a:ext uri="{FF2B5EF4-FFF2-40B4-BE49-F238E27FC236}">
                <a16:creationId xmlns:a16="http://schemas.microsoft.com/office/drawing/2014/main" id="{FC104B56-EFBF-9C21-9DF9-CD01BBBB0FD0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VLAN Kialakítás és </a:t>
            </a:r>
            <a:r>
              <a:rPr lang="hu-HU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Dual-Stack</a:t>
            </a: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Címzés</a:t>
            </a:r>
          </a:p>
        </p:txBody>
      </p:sp>
      <p:cxnSp>
        <p:nvCxnSpPr>
          <p:cNvPr id="46" name="Egyenes összekötő nyíllal 45">
            <a:extLst>
              <a:ext uri="{FF2B5EF4-FFF2-40B4-BE49-F238E27FC236}">
                <a16:creationId xmlns:a16="http://schemas.microsoft.com/office/drawing/2014/main" id="{11B78D3D-8E73-EA5F-23E9-325197ECDB72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Ellipszis 49">
            <a:extLst>
              <a:ext uri="{FF2B5EF4-FFF2-40B4-BE49-F238E27FC236}">
                <a16:creationId xmlns:a16="http://schemas.microsoft.com/office/drawing/2014/main" id="{B74B7787-EBF7-D4FD-C0BA-C44BB5218E59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51" name="Egyenes összekötő nyíllal 50">
            <a:extLst>
              <a:ext uri="{FF2B5EF4-FFF2-40B4-BE49-F238E27FC236}">
                <a16:creationId xmlns:a16="http://schemas.microsoft.com/office/drawing/2014/main" id="{9354C915-ACDB-96F6-976E-613715C8E313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gyenes összekötő nyíllal 51">
            <a:extLst>
              <a:ext uri="{FF2B5EF4-FFF2-40B4-BE49-F238E27FC236}">
                <a16:creationId xmlns:a16="http://schemas.microsoft.com/office/drawing/2014/main" id="{C9C3AE5F-C01B-6DB7-229F-481F0D487AF9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Ellipszis 53">
            <a:extLst>
              <a:ext uri="{FF2B5EF4-FFF2-40B4-BE49-F238E27FC236}">
                <a16:creationId xmlns:a16="http://schemas.microsoft.com/office/drawing/2014/main" id="{BEEC2365-5C12-548E-E34A-9D9C64318D7B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5" name="Google Shape;205;p22">
            <a:extLst>
              <a:ext uri="{FF2B5EF4-FFF2-40B4-BE49-F238E27FC236}">
                <a16:creationId xmlns:a16="http://schemas.microsoft.com/office/drawing/2014/main" id="{AA6B79CA-0501-17D6-79D8-3E745E22DE46}"/>
              </a:ext>
            </a:extLst>
          </p:cNvPr>
          <p:cNvSpPr/>
          <p:nvPr/>
        </p:nvSpPr>
        <p:spPr>
          <a:xfrm>
            <a:off x="1262216" y="8264599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69086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églalap: lekerekített 76">
            <a:extLst>
              <a:ext uri="{FF2B5EF4-FFF2-40B4-BE49-F238E27FC236}">
                <a16:creationId xmlns:a16="http://schemas.microsoft.com/office/drawing/2014/main" id="{E7C7A05D-E389-A28D-9CC0-1DF521B4C56D}"/>
              </a:ext>
            </a:extLst>
          </p:cNvPr>
          <p:cNvSpPr/>
          <p:nvPr/>
        </p:nvSpPr>
        <p:spPr>
          <a:xfrm>
            <a:off x="7739640" y="1077782"/>
            <a:ext cx="6244748" cy="4187247"/>
          </a:xfrm>
          <a:prstGeom prst="roundRect">
            <a:avLst>
              <a:gd name="adj" fmla="val 5540"/>
            </a:avLst>
          </a:prstGeom>
          <a:solidFill>
            <a:schemeClr val="accent6">
              <a:alpha val="10000"/>
            </a:schemeClr>
          </a:solidFill>
          <a:ln w="63500">
            <a:solidFill>
              <a:schemeClr val="accent6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98" name="Téglalap: lekerekített 97">
            <a:extLst>
              <a:ext uri="{FF2B5EF4-FFF2-40B4-BE49-F238E27FC236}">
                <a16:creationId xmlns:a16="http://schemas.microsoft.com/office/drawing/2014/main" id="{3A86F934-00BF-73AE-D8D9-B274E86629B4}"/>
              </a:ext>
            </a:extLst>
          </p:cNvPr>
          <p:cNvSpPr/>
          <p:nvPr/>
        </p:nvSpPr>
        <p:spPr>
          <a:xfrm>
            <a:off x="12240190" y="1193206"/>
            <a:ext cx="1523706" cy="3701152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7" name="Téglalap: lekerekített 96">
            <a:extLst>
              <a:ext uri="{FF2B5EF4-FFF2-40B4-BE49-F238E27FC236}">
                <a16:creationId xmlns:a16="http://schemas.microsoft.com/office/drawing/2014/main" id="{96539DF7-2454-DC28-3196-407BF4F8EE83}"/>
              </a:ext>
            </a:extLst>
          </p:cNvPr>
          <p:cNvSpPr/>
          <p:nvPr/>
        </p:nvSpPr>
        <p:spPr>
          <a:xfrm>
            <a:off x="10035050" y="1193206"/>
            <a:ext cx="1523706" cy="3727703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6" name="Téglalap: lekerekített 95">
            <a:extLst>
              <a:ext uri="{FF2B5EF4-FFF2-40B4-BE49-F238E27FC236}">
                <a16:creationId xmlns:a16="http://schemas.microsoft.com/office/drawing/2014/main" id="{82ABEC54-488A-0D64-2DDE-4627A80A999B}"/>
              </a:ext>
            </a:extLst>
          </p:cNvPr>
          <p:cNvSpPr/>
          <p:nvPr/>
        </p:nvSpPr>
        <p:spPr>
          <a:xfrm>
            <a:off x="7845577" y="1193206"/>
            <a:ext cx="1684801" cy="372770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8" name="Téglalap: lekerekített 77">
            <a:extLst>
              <a:ext uri="{FF2B5EF4-FFF2-40B4-BE49-F238E27FC236}">
                <a16:creationId xmlns:a16="http://schemas.microsoft.com/office/drawing/2014/main" id="{E2D986DE-356E-FA92-2E84-03AC6C3212CA}"/>
              </a:ext>
            </a:extLst>
          </p:cNvPr>
          <p:cNvSpPr/>
          <p:nvPr/>
        </p:nvSpPr>
        <p:spPr>
          <a:xfrm>
            <a:off x="7623207" y="934208"/>
            <a:ext cx="1957309" cy="550881"/>
          </a:xfrm>
          <a:prstGeom prst="roundRect">
            <a:avLst>
              <a:gd name="adj" fmla="val 17514"/>
            </a:avLst>
          </a:prstGeom>
          <a:solidFill>
            <a:srgbClr val="272E23"/>
          </a:solidFill>
          <a:ln w="63500">
            <a:solidFill>
              <a:schemeClr val="accent6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Telephely</a:t>
            </a:r>
            <a:endParaRPr lang="hu-HU" dirty="0"/>
          </a:p>
        </p:txBody>
      </p:sp>
      <p:pic>
        <p:nvPicPr>
          <p:cNvPr id="79" name="Picture 11">
            <a:extLst>
              <a:ext uri="{FF2B5EF4-FFF2-40B4-BE49-F238E27FC236}">
                <a16:creationId xmlns:a16="http://schemas.microsoft.com/office/drawing/2014/main" id="{C50CB3C7-F3FD-4A97-296B-82AC3088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184" y="3457856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11">
            <a:extLst>
              <a:ext uri="{FF2B5EF4-FFF2-40B4-BE49-F238E27FC236}">
                <a16:creationId xmlns:a16="http://schemas.microsoft.com/office/drawing/2014/main" id="{B53912EC-683C-EF44-66A7-E9A195567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0502" y="1937127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2" name="Egyenes összekötő 81">
            <a:extLst>
              <a:ext uri="{FF2B5EF4-FFF2-40B4-BE49-F238E27FC236}">
                <a16:creationId xmlns:a16="http://schemas.microsoft.com/office/drawing/2014/main" id="{962F3AC7-8A18-8C8A-7BFC-1D69245D1751}"/>
              </a:ext>
            </a:extLst>
          </p:cNvPr>
          <p:cNvCxnSpPr>
            <a:cxnSpLocks/>
            <a:stCxn id="80" idx="3"/>
            <a:endCxn id="88" idx="1"/>
          </p:cNvCxnSpPr>
          <p:nvPr/>
        </p:nvCxnSpPr>
        <p:spPr>
          <a:xfrm>
            <a:off x="8965660" y="2309706"/>
            <a:ext cx="1514703" cy="5994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gyenes összekötő 82">
            <a:extLst>
              <a:ext uri="{FF2B5EF4-FFF2-40B4-BE49-F238E27FC236}">
                <a16:creationId xmlns:a16="http://schemas.microsoft.com/office/drawing/2014/main" id="{1A1A0C94-5AFD-6A03-E8E8-C6B2F80623A0}"/>
              </a:ext>
            </a:extLst>
          </p:cNvPr>
          <p:cNvCxnSpPr>
            <a:cxnSpLocks/>
            <a:stCxn id="79" idx="3"/>
            <a:endCxn id="89" idx="1"/>
          </p:cNvCxnSpPr>
          <p:nvPr/>
        </p:nvCxnSpPr>
        <p:spPr>
          <a:xfrm>
            <a:off x="8927342" y="3830435"/>
            <a:ext cx="1553021" cy="132503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gyenes összekötő 83">
            <a:extLst>
              <a:ext uri="{FF2B5EF4-FFF2-40B4-BE49-F238E27FC236}">
                <a16:creationId xmlns:a16="http://schemas.microsoft.com/office/drawing/2014/main" id="{378A5B2B-0A10-748D-3BB8-D7F0F64DFBD8}"/>
              </a:ext>
            </a:extLst>
          </p:cNvPr>
          <p:cNvCxnSpPr>
            <a:cxnSpLocks/>
            <a:stCxn id="79" idx="3"/>
            <a:endCxn id="88" idx="1"/>
          </p:cNvCxnSpPr>
          <p:nvPr/>
        </p:nvCxnSpPr>
        <p:spPr>
          <a:xfrm flipV="1">
            <a:off x="8927342" y="2369647"/>
            <a:ext cx="1553021" cy="1460788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gyenes összekötő 84">
            <a:extLst>
              <a:ext uri="{FF2B5EF4-FFF2-40B4-BE49-F238E27FC236}">
                <a16:creationId xmlns:a16="http://schemas.microsoft.com/office/drawing/2014/main" id="{043DDF62-7C09-15B6-0DB7-CB844413E1AE}"/>
              </a:ext>
            </a:extLst>
          </p:cNvPr>
          <p:cNvCxnSpPr>
            <a:cxnSpLocks/>
            <a:stCxn id="80" idx="3"/>
            <a:endCxn id="89" idx="1"/>
          </p:cNvCxnSpPr>
          <p:nvPr/>
        </p:nvCxnSpPr>
        <p:spPr>
          <a:xfrm>
            <a:off x="8965660" y="2309706"/>
            <a:ext cx="1514703" cy="1653232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gyenes összekötő 85">
            <a:extLst>
              <a:ext uri="{FF2B5EF4-FFF2-40B4-BE49-F238E27FC236}">
                <a16:creationId xmlns:a16="http://schemas.microsoft.com/office/drawing/2014/main" id="{5F875EE8-CCBB-5C98-CB8A-4C81209602A2}"/>
              </a:ext>
            </a:extLst>
          </p:cNvPr>
          <p:cNvCxnSpPr>
            <a:cxnSpLocks/>
          </p:cNvCxnSpPr>
          <p:nvPr/>
        </p:nvCxnSpPr>
        <p:spPr>
          <a:xfrm>
            <a:off x="10777764" y="2609012"/>
            <a:ext cx="0" cy="1142563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gyenes összekötő 86">
            <a:extLst>
              <a:ext uri="{FF2B5EF4-FFF2-40B4-BE49-F238E27FC236}">
                <a16:creationId xmlns:a16="http://schemas.microsoft.com/office/drawing/2014/main" id="{32884FA7-1DFD-FCA3-E43C-B3799EFBDDF8}"/>
              </a:ext>
            </a:extLst>
          </p:cNvPr>
          <p:cNvCxnSpPr>
            <a:cxnSpLocks/>
          </p:cNvCxnSpPr>
          <p:nvPr/>
        </p:nvCxnSpPr>
        <p:spPr>
          <a:xfrm>
            <a:off x="10941563" y="2609012"/>
            <a:ext cx="0" cy="1142563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Picture 11">
            <a:extLst>
              <a:ext uri="{FF2B5EF4-FFF2-40B4-BE49-F238E27FC236}">
                <a16:creationId xmlns:a16="http://schemas.microsoft.com/office/drawing/2014/main" id="{3364EFBF-7B9B-119D-3BF3-7396E2578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363" y="1997068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9" name="Picture 11">
            <a:extLst>
              <a:ext uri="{FF2B5EF4-FFF2-40B4-BE49-F238E27FC236}">
                <a16:creationId xmlns:a16="http://schemas.microsoft.com/office/drawing/2014/main" id="{69F1C9FA-206E-EE10-433D-66707F814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363" y="3590359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0" name="Egyenes összekötő 89">
            <a:extLst>
              <a:ext uri="{FF2B5EF4-FFF2-40B4-BE49-F238E27FC236}">
                <a16:creationId xmlns:a16="http://schemas.microsoft.com/office/drawing/2014/main" id="{FB858A0F-B3CD-D532-EDAE-9DA24BF53890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>
            <a:off x="11225521" y="2369647"/>
            <a:ext cx="1434627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gyenes összekötő 90">
            <a:extLst>
              <a:ext uri="{FF2B5EF4-FFF2-40B4-BE49-F238E27FC236}">
                <a16:creationId xmlns:a16="http://schemas.microsoft.com/office/drawing/2014/main" id="{E16F3240-BCD1-B8B7-1E58-286C50613F18}"/>
              </a:ext>
            </a:extLst>
          </p:cNvPr>
          <p:cNvCxnSpPr>
            <a:cxnSpLocks/>
            <a:stCxn id="89" idx="3"/>
            <a:endCxn id="95" idx="1"/>
          </p:cNvCxnSpPr>
          <p:nvPr/>
        </p:nvCxnSpPr>
        <p:spPr>
          <a:xfrm>
            <a:off x="11225521" y="3962938"/>
            <a:ext cx="1403943" cy="613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11">
            <a:extLst>
              <a:ext uri="{FF2B5EF4-FFF2-40B4-BE49-F238E27FC236}">
                <a16:creationId xmlns:a16="http://schemas.microsoft.com/office/drawing/2014/main" id="{6B33639D-E7D7-0931-0C25-5A5A2AB66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60148" y="1997068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5" name="Picture 11">
            <a:extLst>
              <a:ext uri="{FF2B5EF4-FFF2-40B4-BE49-F238E27FC236}">
                <a16:creationId xmlns:a16="http://schemas.microsoft.com/office/drawing/2014/main" id="{1BC2B40E-08B6-F0A9-819B-8D76CFF46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29464" y="3596489"/>
            <a:ext cx="745158" cy="74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Téglalap: lekerekített 69">
            <a:extLst>
              <a:ext uri="{FF2B5EF4-FFF2-40B4-BE49-F238E27FC236}">
                <a16:creationId xmlns:a16="http://schemas.microsoft.com/office/drawing/2014/main" id="{02317BFE-0F04-EB3E-2102-98010D0408B7}"/>
              </a:ext>
            </a:extLst>
          </p:cNvPr>
          <p:cNvSpPr/>
          <p:nvPr/>
        </p:nvSpPr>
        <p:spPr>
          <a:xfrm>
            <a:off x="349928" y="985719"/>
            <a:ext cx="6728294" cy="4321767"/>
          </a:xfrm>
          <a:prstGeom prst="roundRect">
            <a:avLst>
              <a:gd name="adj" fmla="val 5540"/>
            </a:avLst>
          </a:prstGeom>
          <a:solidFill>
            <a:srgbClr val="00B0F0">
              <a:alpha val="10000"/>
            </a:srgbClr>
          </a:solidFill>
          <a:ln w="63500">
            <a:solidFill>
              <a:srgbClr val="00B0F0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37" name="Téglalap: lekerekített 36">
            <a:extLst>
              <a:ext uri="{FF2B5EF4-FFF2-40B4-BE49-F238E27FC236}">
                <a16:creationId xmlns:a16="http://schemas.microsoft.com/office/drawing/2014/main" id="{BC5F47E2-C7FE-8331-657D-94E5A1B5207C}"/>
              </a:ext>
            </a:extLst>
          </p:cNvPr>
          <p:cNvSpPr/>
          <p:nvPr/>
        </p:nvSpPr>
        <p:spPr>
          <a:xfrm>
            <a:off x="568999" y="1102997"/>
            <a:ext cx="1523706" cy="336731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38" name="Téglalap: lekerekített 37">
            <a:extLst>
              <a:ext uri="{FF2B5EF4-FFF2-40B4-BE49-F238E27FC236}">
                <a16:creationId xmlns:a16="http://schemas.microsoft.com/office/drawing/2014/main" id="{39FF75C2-CC5A-A485-00C0-AFDA178BEA31}"/>
              </a:ext>
            </a:extLst>
          </p:cNvPr>
          <p:cNvSpPr/>
          <p:nvPr/>
        </p:nvSpPr>
        <p:spPr>
          <a:xfrm>
            <a:off x="2836269" y="1090255"/>
            <a:ext cx="1523706" cy="3367314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9" name="Téglalap: lekerekített 38">
            <a:extLst>
              <a:ext uri="{FF2B5EF4-FFF2-40B4-BE49-F238E27FC236}">
                <a16:creationId xmlns:a16="http://schemas.microsoft.com/office/drawing/2014/main" id="{22359DC7-EC21-7157-AF41-658DA4DE954C}"/>
              </a:ext>
            </a:extLst>
          </p:cNvPr>
          <p:cNvSpPr/>
          <p:nvPr/>
        </p:nvSpPr>
        <p:spPr>
          <a:xfrm>
            <a:off x="5424297" y="1102997"/>
            <a:ext cx="1523706" cy="3367314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DDDA7841-E980-9A3D-7F2B-283C4B0C2C6A}"/>
              </a:ext>
            </a:extLst>
          </p:cNvPr>
          <p:cNvCxnSpPr>
            <a:cxnSpLocks/>
          </p:cNvCxnSpPr>
          <p:nvPr/>
        </p:nvCxnSpPr>
        <p:spPr>
          <a:xfrm>
            <a:off x="3544571" y="2244344"/>
            <a:ext cx="0" cy="1059136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95D49040-B739-D25D-7BB2-7FB3821E5628}"/>
              </a:ext>
            </a:extLst>
          </p:cNvPr>
          <p:cNvCxnSpPr>
            <a:cxnSpLocks/>
          </p:cNvCxnSpPr>
          <p:nvPr/>
        </p:nvCxnSpPr>
        <p:spPr>
          <a:xfrm>
            <a:off x="3719956" y="2244344"/>
            <a:ext cx="0" cy="1059136"/>
          </a:xfrm>
          <a:prstGeom prst="line">
            <a:avLst/>
          </a:prstGeom>
          <a:ln w="31750" cmpd="sng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gyenes összekötő 15">
            <a:extLst>
              <a:ext uri="{FF2B5EF4-FFF2-40B4-BE49-F238E27FC236}">
                <a16:creationId xmlns:a16="http://schemas.microsoft.com/office/drawing/2014/main" id="{29462F55-2552-7D1A-8B42-A92E41727DEF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3975390" y="189896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5980133D-33EB-61AB-6028-6906CEF9C177}"/>
              </a:ext>
            </a:extLst>
          </p:cNvPr>
          <p:cNvCxnSpPr>
            <a:cxnSpLocks/>
            <a:stCxn id="22" idx="3"/>
            <a:endCxn id="29" idx="1"/>
          </p:cNvCxnSpPr>
          <p:nvPr/>
        </p:nvCxnSpPr>
        <p:spPr>
          <a:xfrm>
            <a:off x="3975390" y="3493009"/>
            <a:ext cx="1836458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gyenes összekötő 22">
            <a:extLst>
              <a:ext uri="{FF2B5EF4-FFF2-40B4-BE49-F238E27FC236}">
                <a16:creationId xmlns:a16="http://schemas.microsoft.com/office/drawing/2014/main" id="{8F525C88-9E17-6370-36FC-CE4C85D471D7}"/>
              </a:ext>
            </a:extLst>
          </p:cNvPr>
          <p:cNvCxnSpPr>
            <a:cxnSpLocks/>
            <a:stCxn id="22" idx="3"/>
            <a:endCxn id="28" idx="0"/>
          </p:cNvCxnSpPr>
          <p:nvPr/>
        </p:nvCxnSpPr>
        <p:spPr>
          <a:xfrm flipH="1" flipV="1">
            <a:off x="1292179" y="3173119"/>
            <a:ext cx="2683211" cy="31989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gyenes összekötő 23">
            <a:extLst>
              <a:ext uri="{FF2B5EF4-FFF2-40B4-BE49-F238E27FC236}">
                <a16:creationId xmlns:a16="http://schemas.microsoft.com/office/drawing/2014/main" id="{BED9E413-7CDC-2D80-07BF-A1D0C9AC7AAB}"/>
              </a:ext>
            </a:extLst>
          </p:cNvPr>
          <p:cNvCxnSpPr>
            <a:cxnSpLocks/>
            <a:stCxn id="10" idx="3"/>
            <a:endCxn id="28" idx="0"/>
          </p:cNvCxnSpPr>
          <p:nvPr/>
        </p:nvCxnSpPr>
        <p:spPr>
          <a:xfrm flipH="1">
            <a:off x="1292179" y="1898970"/>
            <a:ext cx="2683211" cy="1274149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24">
            <a:extLst>
              <a:ext uri="{FF2B5EF4-FFF2-40B4-BE49-F238E27FC236}">
                <a16:creationId xmlns:a16="http://schemas.microsoft.com/office/drawing/2014/main" id="{D7DC189D-836F-9406-1D47-5AB709954CD3}"/>
              </a:ext>
            </a:extLst>
          </p:cNvPr>
          <p:cNvCxnSpPr>
            <a:cxnSpLocks/>
            <a:stCxn id="10" idx="3"/>
            <a:endCxn id="27" idx="0"/>
          </p:cNvCxnSpPr>
          <p:nvPr/>
        </p:nvCxnSpPr>
        <p:spPr>
          <a:xfrm flipH="1" flipV="1">
            <a:off x="1281356" y="1579079"/>
            <a:ext cx="2694034" cy="31989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25">
            <a:extLst>
              <a:ext uri="{FF2B5EF4-FFF2-40B4-BE49-F238E27FC236}">
                <a16:creationId xmlns:a16="http://schemas.microsoft.com/office/drawing/2014/main" id="{5327E01E-6B2E-4A03-EE72-7145FEF131B1}"/>
              </a:ext>
            </a:extLst>
          </p:cNvPr>
          <p:cNvCxnSpPr>
            <a:cxnSpLocks/>
            <a:stCxn id="22" idx="3"/>
            <a:endCxn id="27" idx="0"/>
          </p:cNvCxnSpPr>
          <p:nvPr/>
        </p:nvCxnSpPr>
        <p:spPr>
          <a:xfrm flipH="1" flipV="1">
            <a:off x="1281356" y="1579079"/>
            <a:ext cx="2694034" cy="191393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11">
            <a:extLst>
              <a:ext uri="{FF2B5EF4-FFF2-40B4-BE49-F238E27FC236}">
                <a16:creationId xmlns:a16="http://schemas.microsoft.com/office/drawing/2014/main" id="{111959C8-71FA-BEAB-AC08-CC6C0F0DB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981" y="1579079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1">
            <a:extLst>
              <a:ext uri="{FF2B5EF4-FFF2-40B4-BE49-F238E27FC236}">
                <a16:creationId xmlns:a16="http://schemas.microsoft.com/office/drawing/2014/main" id="{43CB7055-8020-8698-BA78-8ADE3FC4A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804" y="3173119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11">
            <a:extLst>
              <a:ext uri="{FF2B5EF4-FFF2-40B4-BE49-F238E27FC236}">
                <a16:creationId xmlns:a16="http://schemas.microsoft.com/office/drawing/2014/main" id="{E2334D41-F426-762E-1D37-12BAC46BB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1847" y="314763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1">
            <a:extLst>
              <a:ext uri="{FF2B5EF4-FFF2-40B4-BE49-F238E27FC236}">
                <a16:creationId xmlns:a16="http://schemas.microsoft.com/office/drawing/2014/main" id="{81627529-1EEB-79CC-4DC9-DB0EEBF8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1847" y="155359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1">
            <a:extLst>
              <a:ext uri="{FF2B5EF4-FFF2-40B4-BE49-F238E27FC236}">
                <a16:creationId xmlns:a16="http://schemas.microsoft.com/office/drawing/2014/main" id="{9179065D-05CB-6FF4-A6A8-FF7FD31AE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4641" y="155359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1">
            <a:extLst>
              <a:ext uri="{FF2B5EF4-FFF2-40B4-BE49-F238E27FC236}">
                <a16:creationId xmlns:a16="http://schemas.microsoft.com/office/drawing/2014/main" id="{B024BA6B-8FF0-5C8C-446A-8B513FF2A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4641" y="3147635"/>
            <a:ext cx="690749" cy="6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Szövegdoboz 66">
            <a:extLst>
              <a:ext uri="{FF2B5EF4-FFF2-40B4-BE49-F238E27FC236}">
                <a16:creationId xmlns:a16="http://schemas.microsoft.com/office/drawing/2014/main" id="{78FCAA11-7CC7-32CD-9A8E-E12AF5304EBB}"/>
              </a:ext>
            </a:extLst>
          </p:cNvPr>
          <p:cNvSpPr txBox="1"/>
          <p:nvPr/>
        </p:nvSpPr>
        <p:spPr>
          <a:xfrm>
            <a:off x="634107" y="4013201"/>
            <a:ext cx="1523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Standby Server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8" name="Szövegdoboz 67">
            <a:extLst>
              <a:ext uri="{FF2B5EF4-FFF2-40B4-BE49-F238E27FC236}">
                <a16:creationId xmlns:a16="http://schemas.microsoft.com/office/drawing/2014/main" id="{8BFD2F7D-204E-1C2A-2797-F1CDE2E8F066}"/>
              </a:ext>
            </a:extLst>
          </p:cNvPr>
          <p:cNvSpPr txBox="1"/>
          <p:nvPr/>
        </p:nvSpPr>
        <p:spPr>
          <a:xfrm>
            <a:off x="3022208" y="1193206"/>
            <a:ext cx="12694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Etherchannel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9" name="Szövegdoboz 68">
            <a:extLst>
              <a:ext uri="{FF2B5EF4-FFF2-40B4-BE49-F238E27FC236}">
                <a16:creationId xmlns:a16="http://schemas.microsoft.com/office/drawing/2014/main" id="{FD770C91-DA59-24C4-4ED7-5552EB3ED235}"/>
              </a:ext>
            </a:extLst>
          </p:cNvPr>
          <p:cNvSpPr txBox="1"/>
          <p:nvPr/>
        </p:nvSpPr>
        <p:spPr>
          <a:xfrm>
            <a:off x="5838884" y="4000459"/>
            <a:ext cx="694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HSRP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1" name="Téglalap: lekerekített 70">
            <a:extLst>
              <a:ext uri="{FF2B5EF4-FFF2-40B4-BE49-F238E27FC236}">
                <a16:creationId xmlns:a16="http://schemas.microsoft.com/office/drawing/2014/main" id="{BE392EB5-3733-8EF5-2C75-AD11F7945068}"/>
              </a:ext>
            </a:extLst>
          </p:cNvPr>
          <p:cNvSpPr/>
          <p:nvPr/>
        </p:nvSpPr>
        <p:spPr>
          <a:xfrm>
            <a:off x="241998" y="852629"/>
            <a:ext cx="1814392" cy="510657"/>
          </a:xfrm>
          <a:prstGeom prst="roundRect">
            <a:avLst>
              <a:gd name="adj" fmla="val 17514"/>
            </a:avLst>
          </a:prstGeom>
          <a:solidFill>
            <a:srgbClr val="1C2E34"/>
          </a:solidFill>
          <a:ln w="63500">
            <a:solidFill>
              <a:srgbClr val="00B0F0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Telephely</a:t>
            </a:r>
            <a:endParaRPr lang="hu-HU" dirty="0"/>
          </a:p>
        </p:txBody>
      </p:sp>
      <p:sp>
        <p:nvSpPr>
          <p:cNvPr id="117" name="Szövegdoboz 116">
            <a:extLst>
              <a:ext uri="{FF2B5EF4-FFF2-40B4-BE49-F238E27FC236}">
                <a16:creationId xmlns:a16="http://schemas.microsoft.com/office/drawing/2014/main" id="{8B62E9AB-44E6-D85D-69AF-6CBE749E2920}"/>
              </a:ext>
            </a:extLst>
          </p:cNvPr>
          <p:cNvSpPr txBox="1"/>
          <p:nvPr/>
        </p:nvSpPr>
        <p:spPr>
          <a:xfrm>
            <a:off x="7926123" y="4407641"/>
            <a:ext cx="1523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Standby Server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8" name="Szövegdoboz 117">
            <a:extLst>
              <a:ext uri="{FF2B5EF4-FFF2-40B4-BE49-F238E27FC236}">
                <a16:creationId xmlns:a16="http://schemas.microsoft.com/office/drawing/2014/main" id="{CEF6FB00-FF9C-954A-D0FC-0FBB918AFE83}"/>
              </a:ext>
            </a:extLst>
          </p:cNvPr>
          <p:cNvSpPr txBox="1"/>
          <p:nvPr/>
        </p:nvSpPr>
        <p:spPr>
          <a:xfrm>
            <a:off x="10191796" y="1286299"/>
            <a:ext cx="12694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Etherchannel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9" name="Szövegdoboz 118">
            <a:extLst>
              <a:ext uri="{FF2B5EF4-FFF2-40B4-BE49-F238E27FC236}">
                <a16:creationId xmlns:a16="http://schemas.microsoft.com/office/drawing/2014/main" id="{CF3DC74B-F63B-B94E-9652-35D1B4A55D31}"/>
              </a:ext>
            </a:extLst>
          </p:cNvPr>
          <p:cNvSpPr txBox="1"/>
          <p:nvPr/>
        </p:nvSpPr>
        <p:spPr>
          <a:xfrm>
            <a:off x="12710775" y="4436726"/>
            <a:ext cx="6945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HSRP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lipszis 138">
            <a:extLst>
              <a:ext uri="{FF2B5EF4-FFF2-40B4-BE49-F238E27FC236}">
                <a16:creationId xmlns:a16="http://schemas.microsoft.com/office/drawing/2014/main" id="{F6D6F9EE-F9CF-5BE9-1B66-5EA7810A0A7D}"/>
              </a:ext>
            </a:extLst>
          </p:cNvPr>
          <p:cNvSpPr/>
          <p:nvPr/>
        </p:nvSpPr>
        <p:spPr>
          <a:xfrm>
            <a:off x="14072886" y="-8626587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40" name="Egyenes összekötő nyíllal 139">
            <a:extLst>
              <a:ext uri="{FF2B5EF4-FFF2-40B4-BE49-F238E27FC236}">
                <a16:creationId xmlns:a16="http://schemas.microsoft.com/office/drawing/2014/main" id="{ED849111-E869-51F4-F35A-08596ACC029F}"/>
              </a:ext>
            </a:extLst>
          </p:cNvPr>
          <p:cNvCxnSpPr>
            <a:cxnSpLocks/>
          </p:cNvCxnSpPr>
          <p:nvPr/>
        </p:nvCxnSpPr>
        <p:spPr>
          <a:xfrm>
            <a:off x="14227668" y="-8252937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gyenes összekötő nyíllal 140">
            <a:extLst>
              <a:ext uri="{FF2B5EF4-FFF2-40B4-BE49-F238E27FC236}">
                <a16:creationId xmlns:a16="http://schemas.microsoft.com/office/drawing/2014/main" id="{F6C0BF82-784B-9E85-DBC2-88C6ADD1CA32}"/>
              </a:ext>
            </a:extLst>
          </p:cNvPr>
          <p:cNvCxnSpPr>
            <a:cxnSpLocks/>
          </p:cNvCxnSpPr>
          <p:nvPr/>
        </p:nvCxnSpPr>
        <p:spPr>
          <a:xfrm>
            <a:off x="14203086" y="-17126555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Google Shape;205;p22">
            <a:extLst>
              <a:ext uri="{FF2B5EF4-FFF2-40B4-BE49-F238E27FC236}">
                <a16:creationId xmlns:a16="http://schemas.microsoft.com/office/drawing/2014/main" id="{91E9643C-4D94-F4AE-BC06-085FA914E0CD}"/>
              </a:ext>
            </a:extLst>
          </p:cNvPr>
          <p:cNvSpPr/>
          <p:nvPr/>
        </p:nvSpPr>
        <p:spPr>
          <a:xfrm>
            <a:off x="1264556" y="8237447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pic>
        <p:nvPicPr>
          <p:cNvPr id="5" name="Kép 4" descr="A képen szöveg, képernyőkép, Betűtípus,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2FFC44A-F719-3BCA-57E4-4C7D6A8DBBF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226" t="7365" r="13259" b="7368"/>
          <a:stretch/>
        </p:blipFill>
        <p:spPr>
          <a:xfrm>
            <a:off x="2056390" y="4421784"/>
            <a:ext cx="3009315" cy="3796500"/>
          </a:xfrm>
          <a:prstGeom prst="rect">
            <a:avLst/>
          </a:prstGeom>
        </p:spPr>
      </p:pic>
      <p:pic>
        <p:nvPicPr>
          <p:cNvPr id="7" name="Kép 6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EBC2C0E-A849-0B44-6824-8B43787557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911" t="4911" r="8998" b="8993"/>
          <a:stretch/>
        </p:blipFill>
        <p:spPr>
          <a:xfrm>
            <a:off x="6713277" y="4672822"/>
            <a:ext cx="3767086" cy="3594234"/>
          </a:xfrm>
          <a:prstGeom prst="rect">
            <a:avLst/>
          </a:prstGeom>
        </p:spPr>
      </p:pic>
      <p:pic>
        <p:nvPicPr>
          <p:cNvPr id="9" name="Kép 8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2F6ECEE-BC7A-69B0-BE4A-662693655FE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383" t="5008" r="9018" b="5316"/>
          <a:stretch/>
        </p:blipFill>
        <p:spPr>
          <a:xfrm>
            <a:off x="10561443" y="4756497"/>
            <a:ext cx="3572074" cy="3397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344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455E3A2A-69B0-7BE5-B421-38F9018CB0DE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u-HU"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0DB05B88-F4BF-9D3B-395B-7641B4B6585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Ellipszis 133">
            <a:extLst>
              <a:ext uri="{FF2B5EF4-FFF2-40B4-BE49-F238E27FC236}">
                <a16:creationId xmlns:a16="http://schemas.microsoft.com/office/drawing/2014/main" id="{44AB7B53-CAD7-D8B7-6E7F-9FBA98FB9B6A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5" name="Google Shape;205;p22">
            <a:extLst>
              <a:ext uri="{FF2B5EF4-FFF2-40B4-BE49-F238E27FC236}">
                <a16:creationId xmlns:a16="http://schemas.microsoft.com/office/drawing/2014/main" id="{E99AB17B-460A-1EEF-CBF4-D409D291D6BA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hu-HU" sz="3200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Vezeték Nélküli Hálózat</a:t>
            </a:r>
          </a:p>
        </p:txBody>
      </p:sp>
      <p:cxnSp>
        <p:nvCxnSpPr>
          <p:cNvPr id="136" name="Egyenes összekötő nyíllal 135">
            <a:extLst>
              <a:ext uri="{FF2B5EF4-FFF2-40B4-BE49-F238E27FC236}">
                <a16:creationId xmlns:a16="http://schemas.microsoft.com/office/drawing/2014/main" id="{2BC5D6CB-3C69-164C-6BEA-B702A9127536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B54FD7D2-5B3A-0FEA-4A30-9E17F165B840}"/>
              </a:ext>
            </a:extLst>
          </p:cNvPr>
          <p:cNvCxnSpPr>
            <a:cxnSpLocks/>
          </p:cNvCxnSpPr>
          <p:nvPr/>
        </p:nvCxnSpPr>
        <p:spPr>
          <a:xfrm>
            <a:off x="14226386" y="9438368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lipszis 4">
            <a:extLst>
              <a:ext uri="{FF2B5EF4-FFF2-40B4-BE49-F238E27FC236}">
                <a16:creationId xmlns:a16="http://schemas.microsoft.com/office/drawing/2014/main" id="{053C6F31-73F7-05D6-16E8-3CF5BF961BE6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9B68672A-7C98-7000-68B4-162B85E08E30}"/>
              </a:ext>
            </a:extLst>
          </p:cNvPr>
          <p:cNvSpPr/>
          <p:nvPr/>
        </p:nvSpPr>
        <p:spPr>
          <a:xfrm>
            <a:off x="221837" y="987935"/>
            <a:ext cx="2680845" cy="754518"/>
          </a:xfrm>
          <a:prstGeom prst="roundRect">
            <a:avLst>
              <a:gd name="adj" fmla="val 17514"/>
            </a:avLst>
          </a:prstGeom>
          <a:solidFill>
            <a:schemeClr val="accent1">
              <a:alpha val="40000"/>
            </a:schemeClr>
          </a:solidFill>
          <a:ln w="63500">
            <a:solidFill>
              <a:schemeClr val="accent1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Telephely</a:t>
            </a:r>
            <a:endParaRPr lang="hu-HU" dirty="0"/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A30DDC5C-6842-CA2A-E564-D1FB275F8B9A}"/>
              </a:ext>
            </a:extLst>
          </p:cNvPr>
          <p:cNvSpPr/>
          <p:nvPr/>
        </p:nvSpPr>
        <p:spPr>
          <a:xfrm>
            <a:off x="8638679" y="987935"/>
            <a:ext cx="2680845" cy="754518"/>
          </a:xfrm>
          <a:prstGeom prst="roundRect">
            <a:avLst>
              <a:gd name="adj" fmla="val 17514"/>
            </a:avLst>
          </a:prstGeom>
          <a:solidFill>
            <a:schemeClr val="accent2">
              <a:alpha val="40000"/>
            </a:schemeClr>
          </a:solidFill>
          <a:ln w="63500">
            <a:solidFill>
              <a:schemeClr val="accent2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3. Telephely</a:t>
            </a:r>
            <a:endParaRPr lang="hu-HU" dirty="0"/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E1C55922-3D66-52B6-31F3-9EB74EB64376}"/>
              </a:ext>
            </a:extLst>
          </p:cNvPr>
          <p:cNvSpPr/>
          <p:nvPr/>
        </p:nvSpPr>
        <p:spPr>
          <a:xfrm>
            <a:off x="2494488" y="1154311"/>
            <a:ext cx="816388" cy="421765"/>
          </a:xfrm>
          <a:prstGeom prst="roundRect">
            <a:avLst>
              <a:gd name="adj" fmla="val 17514"/>
            </a:avLst>
          </a:prstGeom>
          <a:solidFill>
            <a:srgbClr val="2E4161"/>
          </a:solidFill>
          <a:ln w="63500">
            <a:solidFill>
              <a:schemeClr val="accent1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</a:t>
            </a:r>
            <a:endParaRPr lang="hu-HU" dirty="0"/>
          </a:p>
        </p:txBody>
      </p:sp>
      <p:sp>
        <p:nvSpPr>
          <p:cNvPr id="11" name="Téglalap: lekerekített 10">
            <a:extLst>
              <a:ext uri="{FF2B5EF4-FFF2-40B4-BE49-F238E27FC236}">
                <a16:creationId xmlns:a16="http://schemas.microsoft.com/office/drawing/2014/main" id="{E4ECB849-80A9-2671-587E-BBA70B194188}"/>
              </a:ext>
            </a:extLst>
          </p:cNvPr>
          <p:cNvSpPr/>
          <p:nvPr/>
        </p:nvSpPr>
        <p:spPr>
          <a:xfrm>
            <a:off x="8230485" y="1154311"/>
            <a:ext cx="816388" cy="421765"/>
          </a:xfrm>
          <a:prstGeom prst="roundRect">
            <a:avLst>
              <a:gd name="adj" fmla="val 17514"/>
            </a:avLst>
          </a:prstGeom>
          <a:solidFill>
            <a:srgbClr val="724527"/>
          </a:solidFill>
          <a:ln w="63500">
            <a:solidFill>
              <a:schemeClr val="accent2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</a:t>
            </a:r>
            <a:endParaRPr lang="hu-HU" dirty="0"/>
          </a:p>
        </p:txBody>
      </p:sp>
      <p:sp>
        <p:nvSpPr>
          <p:cNvPr id="12" name="Téglalap: lekerekített 11">
            <a:extLst>
              <a:ext uri="{FF2B5EF4-FFF2-40B4-BE49-F238E27FC236}">
                <a16:creationId xmlns:a16="http://schemas.microsoft.com/office/drawing/2014/main" id="{1A71A035-AB0A-8BA5-668E-EE39B630B8F6}"/>
              </a:ext>
            </a:extLst>
          </p:cNvPr>
          <p:cNvSpPr/>
          <p:nvPr/>
        </p:nvSpPr>
        <p:spPr>
          <a:xfrm>
            <a:off x="5196402" y="1154310"/>
            <a:ext cx="1148556" cy="421765"/>
          </a:xfrm>
          <a:prstGeom prst="roundRect">
            <a:avLst>
              <a:gd name="adj" fmla="val 17514"/>
            </a:avLst>
          </a:prstGeom>
          <a:solidFill>
            <a:schemeClr val="bg1">
              <a:alpha val="40000"/>
            </a:schemeClr>
          </a:solidFill>
          <a:ln w="63500">
            <a:solidFill>
              <a:schemeClr val="bg1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  <a:endParaRPr lang="hu-HU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212BCAC7-7772-7F4F-3FF2-F8B4549D95EE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>
            <a:off x="3310876" y="1365193"/>
            <a:ext cx="1885526" cy="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gyenes összekötő 30">
            <a:extLst>
              <a:ext uri="{FF2B5EF4-FFF2-40B4-BE49-F238E27FC236}">
                <a16:creationId xmlns:a16="http://schemas.microsoft.com/office/drawing/2014/main" id="{8AE7F4C4-F0EF-246C-1581-C62BEE207B2D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 flipV="1">
            <a:off x="6344958" y="1365193"/>
            <a:ext cx="1885527" cy="1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zövegdoboz 41">
            <a:extLst>
              <a:ext uri="{FF2B5EF4-FFF2-40B4-BE49-F238E27FC236}">
                <a16:creationId xmlns:a16="http://schemas.microsoft.com/office/drawing/2014/main" id="{7C44C677-908A-B062-4606-355A9E770ED3}"/>
              </a:ext>
            </a:extLst>
          </p:cNvPr>
          <p:cNvSpPr txBox="1"/>
          <p:nvPr/>
        </p:nvSpPr>
        <p:spPr>
          <a:xfrm>
            <a:off x="1574800" y="2057400"/>
            <a:ext cx="1326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AAA </a:t>
            </a:r>
            <a:r>
              <a:rPr lang="en-US" dirty="0" err="1">
                <a:solidFill>
                  <a:schemeClr val="bg1"/>
                </a:solidFill>
              </a:rPr>
              <a:t>Szerver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43" name="Szövegdoboz 42">
            <a:extLst>
              <a:ext uri="{FF2B5EF4-FFF2-40B4-BE49-F238E27FC236}">
                <a16:creationId xmlns:a16="http://schemas.microsoft.com/office/drawing/2014/main" id="{8BD67224-41E9-119F-65D1-907EB44893F2}"/>
              </a:ext>
            </a:extLst>
          </p:cNvPr>
          <p:cNvSpPr txBox="1"/>
          <p:nvPr/>
        </p:nvSpPr>
        <p:spPr>
          <a:xfrm>
            <a:off x="8638679" y="2057400"/>
            <a:ext cx="2939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Wireless Router</a:t>
            </a:r>
            <a:endParaRPr lang="hu-HU" dirty="0">
              <a:solidFill>
                <a:schemeClr val="bg1"/>
              </a:solidFill>
            </a:endParaRPr>
          </a:p>
        </p:txBody>
      </p:sp>
      <p:cxnSp>
        <p:nvCxnSpPr>
          <p:cNvPr id="44" name="Egyenes összekötő 43">
            <a:extLst>
              <a:ext uri="{FF2B5EF4-FFF2-40B4-BE49-F238E27FC236}">
                <a16:creationId xmlns:a16="http://schemas.microsoft.com/office/drawing/2014/main" id="{D8F24BAF-9F26-DA7B-F255-A944F60DCFA6}"/>
              </a:ext>
            </a:extLst>
          </p:cNvPr>
          <p:cNvCxnSpPr>
            <a:cxnSpLocks/>
            <a:stCxn id="43" idx="1"/>
            <a:endCxn id="42" idx="3"/>
          </p:cNvCxnSpPr>
          <p:nvPr/>
        </p:nvCxnSpPr>
        <p:spPr>
          <a:xfrm flipH="1">
            <a:off x="2901650" y="2211289"/>
            <a:ext cx="5737029" cy="0"/>
          </a:xfrm>
          <a:prstGeom prst="line">
            <a:avLst/>
          </a:prstGeom>
          <a:ln w="31750" cmpd="sng">
            <a:solidFill>
              <a:schemeClr val="bg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5637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9B6933E6-7664-4F9F-F0A4-705C6066699C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1FB02787-C0D9-6A57-139B-08A83AC45DA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65D8D156-8F17-A06A-DD4E-8DCFBBF12337}"/>
              </a:ext>
            </a:extLst>
          </p:cNvPr>
          <p:cNvSpPr/>
          <p:nvPr/>
        </p:nvSpPr>
        <p:spPr>
          <a:xfrm>
            <a:off x="14072886" y="-8652199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Google Shape;205;p22">
            <a:extLst>
              <a:ext uri="{FF2B5EF4-FFF2-40B4-BE49-F238E27FC236}">
                <a16:creationId xmlns:a16="http://schemas.microsoft.com/office/drawing/2014/main" id="{F9FF363B-C27C-FD1E-B5FB-8830D3DCA3CF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 err="1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94658CD-EA97-709D-66F0-8B3EB4BD83A0}"/>
              </a:ext>
            </a:extLst>
          </p:cNvPr>
          <p:cNvCxnSpPr>
            <a:cxnSpLocks/>
          </p:cNvCxnSpPr>
          <p:nvPr/>
        </p:nvCxnSpPr>
        <p:spPr>
          <a:xfrm>
            <a:off x="14226386" y="-8227456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lipszis 7">
            <a:extLst>
              <a:ext uri="{FF2B5EF4-FFF2-40B4-BE49-F238E27FC236}">
                <a16:creationId xmlns:a16="http://schemas.microsoft.com/office/drawing/2014/main" id="{F10DDC7C-8064-899A-678B-5FA236F1C6B4}"/>
              </a:ext>
            </a:extLst>
          </p:cNvPr>
          <p:cNvSpPr/>
          <p:nvPr/>
        </p:nvSpPr>
        <p:spPr>
          <a:xfrm>
            <a:off x="14072886" y="189836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3" name="Egyenes összekötő nyíllal 12">
            <a:extLst>
              <a:ext uri="{FF2B5EF4-FFF2-40B4-BE49-F238E27FC236}">
                <a16:creationId xmlns:a16="http://schemas.microsoft.com/office/drawing/2014/main" id="{A4A2E7A6-4C89-63FD-0863-110AF9FD9EA9}"/>
              </a:ext>
            </a:extLst>
          </p:cNvPr>
          <p:cNvCxnSpPr>
            <a:cxnSpLocks/>
          </p:cNvCxnSpPr>
          <p:nvPr/>
        </p:nvCxnSpPr>
        <p:spPr>
          <a:xfrm>
            <a:off x="14225104" y="629093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80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9B6933E6-7664-4F9F-F0A4-705C6066699C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1FB02787-C0D9-6A57-139B-08A83AC45DA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65D8D156-8F17-A06A-DD4E-8DCFBBF12337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Google Shape;205;p22">
            <a:extLst>
              <a:ext uri="{FF2B5EF4-FFF2-40B4-BE49-F238E27FC236}">
                <a16:creationId xmlns:a16="http://schemas.microsoft.com/office/drawing/2014/main" id="{F9FF363B-C27C-FD1E-B5FB-8830D3DCA3CF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94658CD-EA97-709D-66F0-8B3EB4BD83A0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C55DBD59-967C-0B97-E251-FDD4DD0D5122}"/>
              </a:ext>
            </a:extLst>
          </p:cNvPr>
          <p:cNvCxnSpPr>
            <a:cxnSpLocks/>
          </p:cNvCxnSpPr>
          <p:nvPr/>
        </p:nvCxnSpPr>
        <p:spPr>
          <a:xfrm>
            <a:off x="14226386" y="-8227456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lipszis 8">
            <a:extLst>
              <a:ext uri="{FF2B5EF4-FFF2-40B4-BE49-F238E27FC236}">
                <a16:creationId xmlns:a16="http://schemas.microsoft.com/office/drawing/2014/main" id="{78B18D9F-577D-E19C-525C-DA46E75C0EB5}"/>
              </a:ext>
            </a:extLst>
          </p:cNvPr>
          <p:cNvSpPr/>
          <p:nvPr/>
        </p:nvSpPr>
        <p:spPr>
          <a:xfrm>
            <a:off x="14072886" y="-8652199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442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9B6933E6-7664-4F9F-F0A4-705C6066699C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1FB02787-C0D9-6A57-139B-08A83AC45DA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65D8D156-8F17-A06A-DD4E-8DCFBBF12337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Google Shape;205;p22">
            <a:extLst>
              <a:ext uri="{FF2B5EF4-FFF2-40B4-BE49-F238E27FC236}">
                <a16:creationId xmlns:a16="http://schemas.microsoft.com/office/drawing/2014/main" id="{F9FF363B-C27C-FD1E-B5FB-8830D3DCA3CF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94658CD-EA97-709D-66F0-8B3EB4BD83A0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lipszis 6">
            <a:extLst>
              <a:ext uri="{FF2B5EF4-FFF2-40B4-BE49-F238E27FC236}">
                <a16:creationId xmlns:a16="http://schemas.microsoft.com/office/drawing/2014/main" id="{ECA6FBBB-4E3E-D582-FC52-8F8D5E3548B5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839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21">
            <a:extLst>
              <a:ext uri="{FF2B5EF4-FFF2-40B4-BE49-F238E27FC236}">
                <a16:creationId xmlns:a16="http://schemas.microsoft.com/office/drawing/2014/main" id="{9B6933E6-7664-4F9F-F0A4-705C6066699C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Google Shape;198;p21" title="logo.png">
            <a:extLst>
              <a:ext uri="{FF2B5EF4-FFF2-40B4-BE49-F238E27FC236}">
                <a16:creationId xmlns:a16="http://schemas.microsoft.com/office/drawing/2014/main" id="{1FB02787-C0D9-6A57-139B-08A83AC45DA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65D8D156-8F17-A06A-DD4E-8DCFBBF12337}"/>
              </a:ext>
            </a:extLst>
          </p:cNvPr>
          <p:cNvSpPr/>
          <p:nvPr/>
        </p:nvSpPr>
        <p:spPr>
          <a:xfrm>
            <a:off x="14072886" y="192998"/>
            <a:ext cx="309564" cy="30638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Google Shape;205;p22">
            <a:extLst>
              <a:ext uri="{FF2B5EF4-FFF2-40B4-BE49-F238E27FC236}">
                <a16:creationId xmlns:a16="http://schemas.microsoft.com/office/drawing/2014/main" id="{F9FF363B-C27C-FD1E-B5FB-8830D3DCA3CF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Redundancia</a:t>
            </a:r>
            <a:endParaRPr lang="hu-HU" sz="3200" dirty="0">
              <a:solidFill>
                <a:srgbClr val="FEFEFE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cxnSp>
        <p:nvCxnSpPr>
          <p:cNvPr id="6" name="Egyenes összekötő nyíllal 5">
            <a:extLst>
              <a:ext uri="{FF2B5EF4-FFF2-40B4-BE49-F238E27FC236}">
                <a16:creationId xmlns:a16="http://schemas.microsoft.com/office/drawing/2014/main" id="{094658CD-EA97-709D-66F0-8B3EB4BD83A0}"/>
              </a:ext>
            </a:extLst>
          </p:cNvPr>
          <p:cNvCxnSpPr>
            <a:cxnSpLocks/>
          </p:cNvCxnSpPr>
          <p:nvPr/>
        </p:nvCxnSpPr>
        <p:spPr>
          <a:xfrm>
            <a:off x="14226386" y="617741"/>
            <a:ext cx="0" cy="8210550"/>
          </a:xfrm>
          <a:prstGeom prst="straightConnector1">
            <a:avLst/>
          </a:prstGeom>
          <a:ln w="69850" cap="sq">
            <a:solidFill>
              <a:schemeClr val="bg1"/>
            </a:solidFill>
            <a:miter lim="800000"/>
            <a:headEnd type="none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lipszis 6">
            <a:extLst>
              <a:ext uri="{FF2B5EF4-FFF2-40B4-BE49-F238E27FC236}">
                <a16:creationId xmlns:a16="http://schemas.microsoft.com/office/drawing/2014/main" id="{1FD18B7B-B7B3-3FC3-FD02-A1B76216574D}"/>
              </a:ext>
            </a:extLst>
          </p:cNvPr>
          <p:cNvSpPr/>
          <p:nvPr/>
        </p:nvSpPr>
        <p:spPr>
          <a:xfrm>
            <a:off x="14072886" y="9006005"/>
            <a:ext cx="309564" cy="306382"/>
          </a:xfrm>
          <a:prstGeom prst="ellipse">
            <a:avLst/>
          </a:prstGeom>
          <a:solidFill>
            <a:srgbClr val="00C2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109016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Csoportba foglalás 189">
            <a:extLst>
              <a:ext uri="{FF2B5EF4-FFF2-40B4-BE49-F238E27FC236}">
                <a16:creationId xmlns:a16="http://schemas.microsoft.com/office/drawing/2014/main" id="{3B192A73-36F9-1B3C-1F1E-C659BAFB3178}"/>
              </a:ext>
            </a:extLst>
          </p:cNvPr>
          <p:cNvGrpSpPr/>
          <p:nvPr/>
        </p:nvGrpSpPr>
        <p:grpSpPr>
          <a:xfrm>
            <a:off x="120165" y="804898"/>
            <a:ext cx="5613998" cy="3145201"/>
            <a:chOff x="120165" y="804898"/>
            <a:chExt cx="5613998" cy="3145201"/>
          </a:xfrm>
        </p:grpSpPr>
        <p:sp>
          <p:nvSpPr>
            <p:cNvPr id="69" name="Téglalap: lekerekített 68">
              <a:extLst>
                <a:ext uri="{FF2B5EF4-FFF2-40B4-BE49-F238E27FC236}">
                  <a16:creationId xmlns:a16="http://schemas.microsoft.com/office/drawing/2014/main" id="{BC9209D2-BAF5-A0EE-111E-0EE83ABE0EE2}"/>
                </a:ext>
              </a:extLst>
            </p:cNvPr>
            <p:cNvSpPr/>
            <p:nvPr/>
          </p:nvSpPr>
          <p:spPr>
            <a:xfrm>
              <a:off x="196365" y="898862"/>
              <a:ext cx="4750285" cy="3051237"/>
            </a:xfrm>
            <a:prstGeom prst="roundRect">
              <a:avLst>
                <a:gd name="adj" fmla="val 5540"/>
              </a:avLst>
            </a:prstGeom>
            <a:solidFill>
              <a:srgbClr val="00B0F0">
                <a:alpha val="10000"/>
              </a:srgbClr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" name="Picture 11">
              <a:extLst>
                <a:ext uri="{FF2B5EF4-FFF2-40B4-BE49-F238E27FC236}">
                  <a16:creationId xmlns:a16="http://schemas.microsoft.com/office/drawing/2014/main" id="{92DCB7ED-C099-0C4B-427E-8E52B7FAC1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11">
              <a:extLst>
                <a:ext uri="{FF2B5EF4-FFF2-40B4-BE49-F238E27FC236}">
                  <a16:creationId xmlns:a16="http://schemas.microsoft.com/office/drawing/2014/main" id="{4CA8F55F-2B85-743E-825E-B02941D3B4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11">
              <a:extLst>
                <a:ext uri="{FF2B5EF4-FFF2-40B4-BE49-F238E27FC236}">
                  <a16:creationId xmlns:a16="http://schemas.microsoft.com/office/drawing/2014/main" id="{77E505B8-D7BB-E11A-FA62-ED107D6865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1">
              <a:extLst>
                <a:ext uri="{FF2B5EF4-FFF2-40B4-BE49-F238E27FC236}">
                  <a16:creationId xmlns:a16="http://schemas.microsoft.com/office/drawing/2014/main" id="{58E34963-6D2A-B38A-F4EA-A1DF23E3BE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1">
              <a:extLst>
                <a:ext uri="{FF2B5EF4-FFF2-40B4-BE49-F238E27FC236}">
                  <a16:creationId xmlns:a16="http://schemas.microsoft.com/office/drawing/2014/main" id="{E87F2932-342B-B3E3-08B6-116F05A021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071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5">
              <a:extLst>
                <a:ext uri="{FF2B5EF4-FFF2-40B4-BE49-F238E27FC236}">
                  <a16:creationId xmlns:a16="http://schemas.microsoft.com/office/drawing/2014/main" id="{09297D42-482A-6CB9-9F4D-B183879EAF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6989" y="1787471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5792525A-AFAA-C4A6-71ED-13886A771210}"/>
                </a:ext>
              </a:extLst>
            </p:cNvPr>
            <p:cNvCxnSpPr>
              <a:cxnSpLocks/>
              <a:stCxn id="9" idx="3"/>
              <a:endCxn id="8" idx="1"/>
            </p:cNvCxnSpPr>
            <p:nvPr/>
          </p:nvCxnSpPr>
          <p:spPr>
            <a:xfrm>
              <a:off x="971751" y="3471345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gyenes összekötő 16">
              <a:extLst>
                <a:ext uri="{FF2B5EF4-FFF2-40B4-BE49-F238E27FC236}">
                  <a16:creationId xmlns:a16="http://schemas.microsoft.com/office/drawing/2014/main" id="{36356AD5-47DF-9473-ACCA-B8D983D927FB}"/>
                </a:ext>
              </a:extLst>
            </p:cNvPr>
            <p:cNvCxnSpPr>
              <a:cxnSpLocks/>
            </p:cNvCxnSpPr>
            <p:nvPr/>
          </p:nvCxnSpPr>
          <p:spPr>
            <a:xfrm>
              <a:off x="2451835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gyenes összekötő 22">
              <a:extLst>
                <a:ext uri="{FF2B5EF4-FFF2-40B4-BE49-F238E27FC236}">
                  <a16:creationId xmlns:a16="http://schemas.microsoft.com/office/drawing/2014/main" id="{87F0DFE9-6C27-2E7A-EEFE-C3A5EF02C7AD}"/>
                </a:ext>
              </a:extLst>
            </p:cNvPr>
            <p:cNvCxnSpPr>
              <a:cxnSpLocks/>
            </p:cNvCxnSpPr>
            <p:nvPr/>
          </p:nvCxnSpPr>
          <p:spPr>
            <a:xfrm>
              <a:off x="2575660" y="178747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gyenes összekötő 26">
              <a:extLst>
                <a:ext uri="{FF2B5EF4-FFF2-40B4-BE49-F238E27FC236}">
                  <a16:creationId xmlns:a16="http://schemas.microsoft.com/office/drawing/2014/main" id="{9997F501-D3A2-C333-70F4-7F138B35E7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2756000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gyenes összekötő 29">
              <a:extLst>
                <a:ext uri="{FF2B5EF4-FFF2-40B4-BE49-F238E27FC236}">
                  <a16:creationId xmlns:a16="http://schemas.microsoft.com/office/drawing/2014/main" id="{87EE6511-DEA9-0288-1096-9A9575711CB6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756000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gyenes összekötő 32">
              <a:extLst>
                <a:ext uri="{FF2B5EF4-FFF2-40B4-BE49-F238E27FC236}">
                  <a16:creationId xmlns:a16="http://schemas.microsoft.com/office/drawing/2014/main" id="{C0ADFD5B-9B6E-BAF7-63AA-6B3AD73F9ABE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971751" y="2669049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gyenes összekötő 35">
              <a:extLst>
                <a:ext uri="{FF2B5EF4-FFF2-40B4-BE49-F238E27FC236}">
                  <a16:creationId xmlns:a16="http://schemas.microsoft.com/office/drawing/2014/main" id="{77154497-A4D2-8F86-90B2-F570C272B75B}"/>
                </a:ext>
              </a:extLst>
            </p:cNvPr>
            <p:cNvCxnSpPr>
              <a:cxnSpLocks/>
              <a:stCxn id="2" idx="3"/>
              <a:endCxn id="4" idx="1"/>
            </p:cNvCxnSpPr>
            <p:nvPr/>
          </p:nvCxnSpPr>
          <p:spPr>
            <a:xfrm>
              <a:off x="971751" y="1543631"/>
              <a:ext cx="1296569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Egyenes összekötő 38">
              <a:extLst>
                <a:ext uri="{FF2B5EF4-FFF2-40B4-BE49-F238E27FC236}">
                  <a16:creationId xmlns:a16="http://schemas.microsoft.com/office/drawing/2014/main" id="{62C7F72A-C0A5-5016-C09F-82875DA4A9B1}"/>
                </a:ext>
              </a:extLst>
            </p:cNvPr>
            <p:cNvCxnSpPr>
              <a:cxnSpLocks/>
              <a:stCxn id="8" idx="0"/>
              <a:endCxn id="5" idx="2"/>
            </p:cNvCxnSpPr>
            <p:nvPr/>
          </p:nvCxnSpPr>
          <p:spPr>
            <a:xfrm flipV="1">
              <a:off x="2512160" y="2912889"/>
              <a:ext cx="0" cy="31461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gyenes összekötő 44">
              <a:extLst>
                <a:ext uri="{FF2B5EF4-FFF2-40B4-BE49-F238E27FC236}">
                  <a16:creationId xmlns:a16="http://schemas.microsoft.com/office/drawing/2014/main" id="{4DCDED5B-D559-FE33-BF80-A7F56B188DFF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40249" y="2091058"/>
              <a:ext cx="586740" cy="577991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gyenes összekötő 62">
              <a:extLst>
                <a:ext uri="{FF2B5EF4-FFF2-40B4-BE49-F238E27FC236}">
                  <a16:creationId xmlns:a16="http://schemas.microsoft.com/office/drawing/2014/main" id="{DFB00F94-E30B-3C77-B4AD-20960CF439DA}"/>
                </a:ext>
              </a:extLst>
            </p:cNvPr>
            <p:cNvCxnSpPr>
              <a:cxnSpLocks/>
              <a:stCxn id="6" idx="3"/>
              <a:endCxn id="10" idx="1"/>
            </p:cNvCxnSpPr>
            <p:nvPr/>
          </p:nvCxnSpPr>
          <p:spPr>
            <a:xfrm>
              <a:off x="4540249" y="1543631"/>
              <a:ext cx="586740" cy="54742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églalap: lekerekített 69">
              <a:extLst>
                <a:ext uri="{FF2B5EF4-FFF2-40B4-BE49-F238E27FC236}">
                  <a16:creationId xmlns:a16="http://schemas.microsoft.com/office/drawing/2014/main" id="{6BFBB97D-B9F8-7567-02AE-E245EED35510}"/>
                </a:ext>
              </a:extLst>
            </p:cNvPr>
            <p:cNvSpPr/>
            <p:nvPr/>
          </p:nvSpPr>
          <p:spPr>
            <a:xfrm>
              <a:off x="120165" y="804898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1C2E34"/>
            </a:solidFill>
            <a:ln w="63500">
              <a:solidFill>
                <a:srgbClr val="00B0F0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1. Telephely</a:t>
              </a:r>
              <a:endParaRPr lang="hu-HU" dirty="0"/>
            </a:p>
          </p:txBody>
        </p:sp>
        <p:pic>
          <p:nvPicPr>
            <p:cNvPr id="5" name="Picture 11">
              <a:extLst>
                <a:ext uri="{FF2B5EF4-FFF2-40B4-BE49-F238E27FC236}">
                  <a16:creationId xmlns:a16="http://schemas.microsoft.com/office/drawing/2014/main" id="{57BAEFB2-850B-3A76-0DAA-9B6CDCB52E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8320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27" name="Egyenes összekötő 126">
              <a:extLst>
                <a:ext uri="{FF2B5EF4-FFF2-40B4-BE49-F238E27FC236}">
                  <a16:creationId xmlns:a16="http://schemas.microsoft.com/office/drawing/2014/main" id="{BE5CFC5D-F78D-7A08-B9A8-36E87F5F607F}"/>
                </a:ext>
              </a:extLst>
            </p:cNvPr>
            <p:cNvCxnSpPr>
              <a:cxnSpLocks/>
              <a:stCxn id="5" idx="3"/>
              <a:endCxn id="126" idx="0"/>
            </p:cNvCxnSpPr>
            <p:nvPr/>
          </p:nvCxnSpPr>
          <p:spPr>
            <a:xfrm>
              <a:off x="2756000" y="2669049"/>
              <a:ext cx="667652" cy="558456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Egyenes összekötő 129">
              <a:extLst>
                <a:ext uri="{FF2B5EF4-FFF2-40B4-BE49-F238E27FC236}">
                  <a16:creationId xmlns:a16="http://schemas.microsoft.com/office/drawing/2014/main" id="{F46DBB6B-9B3B-7BEB-34AD-3C63530CD12C}"/>
                </a:ext>
              </a:extLst>
            </p:cNvPr>
            <p:cNvCxnSpPr>
              <a:cxnSpLocks/>
              <a:stCxn id="4" idx="3"/>
              <a:endCxn id="126" idx="0"/>
            </p:cNvCxnSpPr>
            <p:nvPr/>
          </p:nvCxnSpPr>
          <p:spPr>
            <a:xfrm>
              <a:off x="2756000" y="1543631"/>
              <a:ext cx="667652" cy="168387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Egyenes összekötő 133">
              <a:extLst>
                <a:ext uri="{FF2B5EF4-FFF2-40B4-BE49-F238E27FC236}">
                  <a16:creationId xmlns:a16="http://schemas.microsoft.com/office/drawing/2014/main" id="{FC6937B3-5BFD-6D69-5EE4-8470DA71D208}"/>
                </a:ext>
              </a:extLst>
            </p:cNvPr>
            <p:cNvCxnSpPr>
              <a:cxnSpLocks/>
              <a:stCxn id="4" idx="3"/>
              <a:endCxn id="133" idx="0"/>
            </p:cNvCxnSpPr>
            <p:nvPr/>
          </p:nvCxnSpPr>
          <p:spPr>
            <a:xfrm>
              <a:off x="2756000" y="1543631"/>
              <a:ext cx="872757" cy="40282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Egyenes összekötő 136">
              <a:extLst>
                <a:ext uri="{FF2B5EF4-FFF2-40B4-BE49-F238E27FC236}">
                  <a16:creationId xmlns:a16="http://schemas.microsoft.com/office/drawing/2014/main" id="{A7AF3636-67D4-1CF8-AD59-E8661DDF5EE2}"/>
                </a:ext>
              </a:extLst>
            </p:cNvPr>
            <p:cNvCxnSpPr>
              <a:cxnSpLocks/>
              <a:stCxn id="5" idx="3"/>
              <a:endCxn id="133" idx="0"/>
            </p:cNvCxnSpPr>
            <p:nvPr/>
          </p:nvCxnSpPr>
          <p:spPr>
            <a:xfrm flipV="1">
              <a:off x="2756000" y="1946455"/>
              <a:ext cx="872757" cy="722594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3" name="Picture 11">
              <a:extLst>
                <a:ext uri="{FF2B5EF4-FFF2-40B4-BE49-F238E27FC236}">
                  <a16:creationId xmlns:a16="http://schemas.microsoft.com/office/drawing/2014/main" id="{8E921FDD-973C-AABF-B52E-848040740B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917" y="194645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1">
              <a:extLst>
                <a:ext uri="{FF2B5EF4-FFF2-40B4-BE49-F238E27FC236}">
                  <a16:creationId xmlns:a16="http://schemas.microsoft.com/office/drawing/2014/main" id="{AA13DDF3-01D9-2FCC-2611-04FE9B764C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79812" y="3227505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1">
              <a:extLst>
                <a:ext uri="{FF2B5EF4-FFF2-40B4-BE49-F238E27FC236}">
                  <a16:creationId xmlns:a16="http://schemas.microsoft.com/office/drawing/2014/main" id="{D622FAFE-88EA-3D7B-1FAA-96D377B19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242520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6968F096-6AFD-A34F-7B76-AC24231920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69" y="1299791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1" name="Csoportba foglalás 190">
            <a:extLst>
              <a:ext uri="{FF2B5EF4-FFF2-40B4-BE49-F238E27FC236}">
                <a16:creationId xmlns:a16="http://schemas.microsoft.com/office/drawing/2014/main" id="{751AB653-AAB8-FF37-284C-84484B9A9574}"/>
              </a:ext>
            </a:extLst>
          </p:cNvPr>
          <p:cNvGrpSpPr/>
          <p:nvPr/>
        </p:nvGrpSpPr>
        <p:grpSpPr>
          <a:xfrm>
            <a:off x="117062" y="4124840"/>
            <a:ext cx="4116962" cy="2305915"/>
            <a:chOff x="117062" y="4124840"/>
            <a:chExt cx="4116962" cy="2305915"/>
          </a:xfrm>
        </p:grpSpPr>
        <p:sp>
          <p:nvSpPr>
            <p:cNvPr id="76" name="Téglalap: lekerekített 75">
              <a:extLst>
                <a:ext uri="{FF2B5EF4-FFF2-40B4-BE49-F238E27FC236}">
                  <a16:creationId xmlns:a16="http://schemas.microsoft.com/office/drawing/2014/main" id="{41FC37C3-1145-085F-12BC-FD96ACA5D90D}"/>
                </a:ext>
              </a:extLst>
            </p:cNvPr>
            <p:cNvSpPr/>
            <p:nvPr/>
          </p:nvSpPr>
          <p:spPr>
            <a:xfrm>
              <a:off x="193263" y="4218804"/>
              <a:ext cx="3205258" cy="2211951"/>
            </a:xfrm>
            <a:prstGeom prst="roundRect">
              <a:avLst>
                <a:gd name="adj" fmla="val 5540"/>
              </a:avLst>
            </a:prstGeom>
            <a:solidFill>
              <a:schemeClr val="accent6">
                <a:alpha val="10000"/>
              </a:schemeClr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77" name="Téglalap: lekerekített 76">
              <a:extLst>
                <a:ext uri="{FF2B5EF4-FFF2-40B4-BE49-F238E27FC236}">
                  <a16:creationId xmlns:a16="http://schemas.microsoft.com/office/drawing/2014/main" id="{F2A048C9-25D2-D558-A0A6-2FD8175695B9}"/>
                </a:ext>
              </a:extLst>
            </p:cNvPr>
            <p:cNvSpPr/>
            <p:nvPr/>
          </p:nvSpPr>
          <p:spPr>
            <a:xfrm>
              <a:off x="117062" y="4124840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272E23"/>
            </a:solidFill>
            <a:ln w="63500">
              <a:solidFill>
                <a:schemeClr val="accent6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2. Telephely</a:t>
              </a:r>
              <a:endParaRPr lang="hu-HU" dirty="0"/>
            </a:p>
          </p:txBody>
        </p:sp>
        <p:pic>
          <p:nvPicPr>
            <p:cNvPr id="85" name="Picture 11">
              <a:extLst>
                <a:ext uri="{FF2B5EF4-FFF2-40B4-BE49-F238E27FC236}">
                  <a16:creationId xmlns:a16="http://schemas.microsoft.com/office/drawing/2014/main" id="{77BB754B-93C1-3DEC-3223-0D9C98B215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11">
              <a:extLst>
                <a:ext uri="{FF2B5EF4-FFF2-40B4-BE49-F238E27FC236}">
                  <a16:creationId xmlns:a16="http://schemas.microsoft.com/office/drawing/2014/main" id="{CC52E94D-FB89-805D-FB36-5D637038B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2277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5">
              <a:extLst>
                <a:ext uri="{FF2B5EF4-FFF2-40B4-BE49-F238E27FC236}">
                  <a16:creationId xmlns:a16="http://schemas.microsoft.com/office/drawing/2014/main" id="{E6CD292E-76AB-449F-90AB-34F0C6DA28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6850" y="5108377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2" name="Egyenes összekötő 91">
              <a:extLst>
                <a:ext uri="{FF2B5EF4-FFF2-40B4-BE49-F238E27FC236}">
                  <a16:creationId xmlns:a16="http://schemas.microsoft.com/office/drawing/2014/main" id="{E13E8BDC-840D-6838-5691-69A88D302B48}"/>
                </a:ext>
              </a:extLst>
            </p:cNvPr>
            <p:cNvCxnSpPr>
              <a:cxnSpLocks/>
              <a:stCxn id="86" idx="3"/>
              <a:endCxn id="87" idx="1"/>
            </p:cNvCxnSpPr>
            <p:nvPr/>
          </p:nvCxnSpPr>
          <p:spPr>
            <a:xfrm>
              <a:off x="909957" y="4970756"/>
              <a:ext cx="587155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Egyenes összekötő 94">
              <a:extLst>
                <a:ext uri="{FF2B5EF4-FFF2-40B4-BE49-F238E27FC236}">
                  <a16:creationId xmlns:a16="http://schemas.microsoft.com/office/drawing/2014/main" id="{030F801C-082A-2761-6CA3-E8DA2BD6C614}"/>
                </a:ext>
              </a:extLst>
            </p:cNvPr>
            <p:cNvCxnSpPr>
              <a:cxnSpLocks/>
              <a:stCxn id="85" idx="3"/>
              <a:endCxn id="88" idx="1"/>
            </p:cNvCxnSpPr>
            <p:nvPr/>
          </p:nvCxnSpPr>
          <p:spPr>
            <a:xfrm>
              <a:off x="909957" y="5908854"/>
              <a:ext cx="590747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Egyenes összekötő 99">
              <a:extLst>
                <a:ext uri="{FF2B5EF4-FFF2-40B4-BE49-F238E27FC236}">
                  <a16:creationId xmlns:a16="http://schemas.microsoft.com/office/drawing/2014/main" id="{B05B43FE-0321-189F-2EF3-DDFD8DFF92A8}"/>
                </a:ext>
              </a:extLst>
            </p:cNvPr>
            <p:cNvCxnSpPr>
              <a:cxnSpLocks/>
              <a:stCxn id="85" idx="3"/>
              <a:endCxn id="87" idx="1"/>
            </p:cNvCxnSpPr>
            <p:nvPr/>
          </p:nvCxnSpPr>
          <p:spPr>
            <a:xfrm flipV="1">
              <a:off x="909957" y="4970756"/>
              <a:ext cx="587155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Egyenes összekötő 102">
              <a:extLst>
                <a:ext uri="{FF2B5EF4-FFF2-40B4-BE49-F238E27FC236}">
                  <a16:creationId xmlns:a16="http://schemas.microsoft.com/office/drawing/2014/main" id="{23E972AB-5DF4-C8B8-C961-CC327A23E126}"/>
                </a:ext>
              </a:extLst>
            </p:cNvPr>
            <p:cNvCxnSpPr>
              <a:cxnSpLocks/>
              <a:stCxn id="86" idx="3"/>
              <a:endCxn id="88" idx="1"/>
            </p:cNvCxnSpPr>
            <p:nvPr/>
          </p:nvCxnSpPr>
          <p:spPr>
            <a:xfrm>
              <a:off x="909957" y="4970756"/>
              <a:ext cx="590747" cy="93809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gyenes összekötő 105">
              <a:extLst>
                <a:ext uri="{FF2B5EF4-FFF2-40B4-BE49-F238E27FC236}">
                  <a16:creationId xmlns:a16="http://schemas.microsoft.com/office/drawing/2014/main" id="{12ACCB08-B968-FAB5-8F0F-A484E022DB0B}"/>
                </a:ext>
              </a:extLst>
            </p:cNvPr>
            <p:cNvCxnSpPr>
              <a:cxnSpLocks/>
            </p:cNvCxnSpPr>
            <p:nvPr/>
          </p:nvCxnSpPr>
          <p:spPr>
            <a:xfrm>
              <a:off x="1674595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Egyenes összekötő 106">
              <a:extLst>
                <a:ext uri="{FF2B5EF4-FFF2-40B4-BE49-F238E27FC236}">
                  <a16:creationId xmlns:a16="http://schemas.microsoft.com/office/drawing/2014/main" id="{6A6AF173-FF87-BEAD-231F-C6FBDB59501B}"/>
                </a:ext>
              </a:extLst>
            </p:cNvPr>
            <p:cNvCxnSpPr>
              <a:cxnSpLocks/>
            </p:cNvCxnSpPr>
            <p:nvPr/>
          </p:nvCxnSpPr>
          <p:spPr>
            <a:xfrm>
              <a:off x="1798420" y="5038081"/>
              <a:ext cx="0" cy="747767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7" name="Picture 11">
              <a:extLst>
                <a:ext uri="{FF2B5EF4-FFF2-40B4-BE49-F238E27FC236}">
                  <a16:creationId xmlns:a16="http://schemas.microsoft.com/office/drawing/2014/main" id="{FA2B34FD-BD53-9F59-0E62-8DF725E073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7112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11">
              <a:extLst>
                <a:ext uri="{FF2B5EF4-FFF2-40B4-BE49-F238E27FC236}">
                  <a16:creationId xmlns:a16="http://schemas.microsoft.com/office/drawing/2014/main" id="{4302C04E-E60E-6A3C-C79B-CECF761D6C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0704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8" name="Egyenes összekötő 107">
              <a:extLst>
                <a:ext uri="{FF2B5EF4-FFF2-40B4-BE49-F238E27FC236}">
                  <a16:creationId xmlns:a16="http://schemas.microsoft.com/office/drawing/2014/main" id="{6B9BF98C-D226-FB3E-7CAC-19E266736EA3}"/>
                </a:ext>
              </a:extLst>
            </p:cNvPr>
            <p:cNvCxnSpPr>
              <a:cxnSpLocks/>
              <a:stCxn id="87" idx="3"/>
              <a:endCxn id="89" idx="1"/>
            </p:cNvCxnSpPr>
            <p:nvPr/>
          </p:nvCxnSpPr>
          <p:spPr>
            <a:xfrm>
              <a:off x="1984792" y="4970756"/>
              <a:ext cx="590868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gyenes összekötő 110">
              <a:extLst>
                <a:ext uri="{FF2B5EF4-FFF2-40B4-BE49-F238E27FC236}">
                  <a16:creationId xmlns:a16="http://schemas.microsoft.com/office/drawing/2014/main" id="{B705DC4C-D182-9464-A96D-753C9EF767E3}"/>
                </a:ext>
              </a:extLst>
            </p:cNvPr>
            <p:cNvCxnSpPr>
              <a:cxnSpLocks/>
              <a:stCxn id="88" idx="3"/>
              <a:endCxn id="90" idx="1"/>
            </p:cNvCxnSpPr>
            <p:nvPr/>
          </p:nvCxnSpPr>
          <p:spPr>
            <a:xfrm>
              <a:off x="1988384" y="5908854"/>
              <a:ext cx="58727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gyenes összekötő 113">
              <a:extLst>
                <a:ext uri="{FF2B5EF4-FFF2-40B4-BE49-F238E27FC236}">
                  <a16:creationId xmlns:a16="http://schemas.microsoft.com/office/drawing/2014/main" id="{A11800AF-50F1-BDA4-52E9-3B7E256A059B}"/>
                </a:ext>
              </a:extLst>
            </p:cNvPr>
            <p:cNvCxnSpPr>
              <a:cxnSpLocks/>
              <a:stCxn id="90" idx="3"/>
              <a:endCxn id="91" idx="1"/>
            </p:cNvCxnSpPr>
            <p:nvPr/>
          </p:nvCxnSpPr>
          <p:spPr>
            <a:xfrm flipV="1">
              <a:off x="3063340" y="5411964"/>
              <a:ext cx="563510" cy="49689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Egyenes összekötő 116">
              <a:extLst>
                <a:ext uri="{FF2B5EF4-FFF2-40B4-BE49-F238E27FC236}">
                  <a16:creationId xmlns:a16="http://schemas.microsoft.com/office/drawing/2014/main" id="{88908031-4C2A-C578-1746-50E17DDCD458}"/>
                </a:ext>
              </a:extLst>
            </p:cNvPr>
            <p:cNvCxnSpPr>
              <a:cxnSpLocks/>
              <a:stCxn id="89" idx="3"/>
              <a:endCxn id="91" idx="1"/>
            </p:cNvCxnSpPr>
            <p:nvPr/>
          </p:nvCxnSpPr>
          <p:spPr>
            <a:xfrm>
              <a:off x="3063340" y="4970756"/>
              <a:ext cx="563510" cy="441208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9" name="Picture 11">
              <a:extLst>
                <a:ext uri="{FF2B5EF4-FFF2-40B4-BE49-F238E27FC236}">
                  <a16:creationId xmlns:a16="http://schemas.microsoft.com/office/drawing/2014/main" id="{84590BC2-A1C1-C996-1296-03B5A8C7E1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4726916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11">
              <a:extLst>
                <a:ext uri="{FF2B5EF4-FFF2-40B4-BE49-F238E27FC236}">
                  <a16:creationId xmlns:a16="http://schemas.microsoft.com/office/drawing/2014/main" id="{2EEF5805-4872-CE81-88FC-B045D136BC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5665014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2" name="Csoportba foglalás 191">
            <a:extLst>
              <a:ext uri="{FF2B5EF4-FFF2-40B4-BE49-F238E27FC236}">
                <a16:creationId xmlns:a16="http://schemas.microsoft.com/office/drawing/2014/main" id="{B29CF520-8B14-7232-62BB-03ACF73F5B14}"/>
              </a:ext>
            </a:extLst>
          </p:cNvPr>
          <p:cNvGrpSpPr/>
          <p:nvPr/>
        </p:nvGrpSpPr>
        <p:grpSpPr>
          <a:xfrm>
            <a:off x="117062" y="6594363"/>
            <a:ext cx="4059122" cy="1423482"/>
            <a:chOff x="117062" y="6594363"/>
            <a:chExt cx="4059122" cy="1423482"/>
          </a:xfrm>
        </p:grpSpPr>
        <p:sp>
          <p:nvSpPr>
            <p:cNvPr id="142" name="Téglalap: lekerekített 141">
              <a:extLst>
                <a:ext uri="{FF2B5EF4-FFF2-40B4-BE49-F238E27FC236}">
                  <a16:creationId xmlns:a16="http://schemas.microsoft.com/office/drawing/2014/main" id="{A5CC8B9D-AEBE-0489-0E32-EFF41F9E3CAD}"/>
                </a:ext>
              </a:extLst>
            </p:cNvPr>
            <p:cNvSpPr/>
            <p:nvPr/>
          </p:nvSpPr>
          <p:spPr>
            <a:xfrm>
              <a:off x="193263" y="6688328"/>
              <a:ext cx="3205258" cy="1329517"/>
            </a:xfrm>
            <a:prstGeom prst="roundRect">
              <a:avLst>
                <a:gd name="adj" fmla="val 5540"/>
              </a:avLst>
            </a:prstGeom>
            <a:solidFill>
              <a:schemeClr val="accent2">
                <a:alpha val="10000"/>
              </a:schemeClr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43" name="Téglalap: lekerekített 142">
              <a:extLst>
                <a:ext uri="{FF2B5EF4-FFF2-40B4-BE49-F238E27FC236}">
                  <a16:creationId xmlns:a16="http://schemas.microsoft.com/office/drawing/2014/main" id="{39393070-D383-0650-1380-2B49C9A7E53C}"/>
                </a:ext>
              </a:extLst>
            </p:cNvPr>
            <p:cNvSpPr/>
            <p:nvPr/>
          </p:nvSpPr>
          <p:spPr>
            <a:xfrm>
              <a:off x="117062" y="6594363"/>
              <a:ext cx="1280990" cy="360532"/>
            </a:xfrm>
            <a:prstGeom prst="roundRect">
              <a:avLst>
                <a:gd name="adj" fmla="val 17514"/>
              </a:avLst>
            </a:prstGeom>
            <a:solidFill>
              <a:srgbClr val="342921"/>
            </a:solidFill>
            <a:ln w="63500">
              <a:solidFill>
                <a:schemeClr val="accent2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3. Telephely</a:t>
              </a:r>
              <a:endParaRPr lang="hu-HU" dirty="0"/>
            </a:p>
          </p:txBody>
        </p:sp>
        <p:pic>
          <p:nvPicPr>
            <p:cNvPr id="146" name="Picture 5">
              <a:extLst>
                <a:ext uri="{FF2B5EF4-FFF2-40B4-BE49-F238E27FC236}">
                  <a16:creationId xmlns:a16="http://schemas.microsoft.com/office/drawing/2014/main" id="{F18503A2-9226-FF24-46DE-B57574E3C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9010" y="7131682"/>
              <a:ext cx="607174" cy="607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58" name="Egyenes összekötő 157">
              <a:extLst>
                <a:ext uri="{FF2B5EF4-FFF2-40B4-BE49-F238E27FC236}">
                  <a16:creationId xmlns:a16="http://schemas.microsoft.com/office/drawing/2014/main" id="{4C1664D8-6A8E-9733-39DF-98AC768DDF1A}"/>
                </a:ext>
              </a:extLst>
            </p:cNvPr>
            <p:cNvCxnSpPr>
              <a:cxnSpLocks/>
              <a:stCxn id="159" idx="3"/>
              <a:endCxn id="146" idx="1"/>
            </p:cNvCxnSpPr>
            <p:nvPr/>
          </p:nvCxnSpPr>
          <p:spPr>
            <a:xfrm flipV="1">
              <a:off x="3063340" y="7435269"/>
              <a:ext cx="505670" cy="501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Picture 11">
              <a:extLst>
                <a:ext uri="{FF2B5EF4-FFF2-40B4-BE49-F238E27FC236}">
                  <a16:creationId xmlns:a16="http://schemas.microsoft.com/office/drawing/2014/main" id="{CDF87B75-FB5B-E510-A9B5-0481948AF9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660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2" name="Picture 11">
              <a:extLst>
                <a:ext uri="{FF2B5EF4-FFF2-40B4-BE49-F238E27FC236}">
                  <a16:creationId xmlns:a16="http://schemas.microsoft.com/office/drawing/2014/main" id="{53018392-726D-789D-651C-0F79F92CA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464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3" name="Egyenes összekötő 162">
              <a:extLst>
                <a:ext uri="{FF2B5EF4-FFF2-40B4-BE49-F238E27FC236}">
                  <a16:creationId xmlns:a16="http://schemas.microsoft.com/office/drawing/2014/main" id="{2ADE1344-4FA0-E792-75BF-CC2F59470337}"/>
                </a:ext>
              </a:extLst>
            </p:cNvPr>
            <p:cNvCxnSpPr>
              <a:cxnSpLocks/>
              <a:stCxn id="159" idx="1"/>
              <a:endCxn id="162" idx="3"/>
            </p:cNvCxnSpPr>
            <p:nvPr/>
          </p:nvCxnSpPr>
          <p:spPr>
            <a:xfrm flipH="1">
              <a:off x="1973144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7" name="Picture 11">
              <a:extLst>
                <a:ext uri="{FF2B5EF4-FFF2-40B4-BE49-F238E27FC236}">
                  <a16:creationId xmlns:a16="http://schemas.microsoft.com/office/drawing/2014/main" id="{DED19689-E7D5-9BBB-030C-7F4A709F60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268" y="7196439"/>
              <a:ext cx="487680" cy="48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8" name="Egyenes összekötő 167">
              <a:extLst>
                <a:ext uri="{FF2B5EF4-FFF2-40B4-BE49-F238E27FC236}">
                  <a16:creationId xmlns:a16="http://schemas.microsoft.com/office/drawing/2014/main" id="{21F1EBCE-42EE-DF67-5E3C-AF7FDD55780F}"/>
                </a:ext>
              </a:extLst>
            </p:cNvPr>
            <p:cNvCxnSpPr>
              <a:cxnSpLocks/>
              <a:stCxn id="167" idx="3"/>
              <a:endCxn id="162" idx="1"/>
            </p:cNvCxnSpPr>
            <p:nvPr/>
          </p:nvCxnSpPr>
          <p:spPr>
            <a:xfrm>
              <a:off x="882948" y="7440279"/>
              <a:ext cx="602516" cy="0"/>
            </a:xfrm>
            <a:prstGeom prst="line">
              <a:avLst/>
            </a:prstGeom>
            <a:ln w="31750" cmpd="sng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8" name="Google Shape;197;p21">
            <a:extLst>
              <a:ext uri="{FF2B5EF4-FFF2-40B4-BE49-F238E27FC236}">
                <a16:creationId xmlns:a16="http://schemas.microsoft.com/office/drawing/2014/main" id="{53832CA0-B23D-CE65-9F0C-3F0781C1114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9" name="Google Shape;198;p21" title="logo.png">
            <a:extLst>
              <a:ext uri="{FF2B5EF4-FFF2-40B4-BE49-F238E27FC236}">
                <a16:creationId xmlns:a16="http://schemas.microsoft.com/office/drawing/2014/main" id="{DF7F5F43-6D6D-9A6B-B45B-C74E8BF66A7A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205;p22">
            <a:extLst>
              <a:ext uri="{FF2B5EF4-FFF2-40B4-BE49-F238E27FC236}">
                <a16:creationId xmlns:a16="http://schemas.microsoft.com/office/drawing/2014/main" id="{D51A81D3-06CA-51F4-B430-12CD2AC6C429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F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MINTA</a:t>
            </a:r>
            <a:endParaRPr lang="hu-HU" sz="3200" dirty="0">
              <a:solidFill>
                <a:srgbClr val="FF0000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23045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D77A2841-37AE-6A47-290D-647168640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859" y="167874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1">
            <a:extLst>
              <a:ext uri="{FF2B5EF4-FFF2-40B4-BE49-F238E27FC236}">
                <a16:creationId xmlns:a16="http://schemas.microsoft.com/office/drawing/2014/main" id="{2E6A04D0-3C02-64C3-8E7B-152FFB877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859" y="2534530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1">
            <a:extLst>
              <a:ext uri="{FF2B5EF4-FFF2-40B4-BE49-F238E27FC236}">
                <a16:creationId xmlns:a16="http://schemas.microsoft.com/office/drawing/2014/main" id="{231DF414-2E8D-CF9D-584F-14B507DEC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859" y="3443068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1">
            <a:extLst>
              <a:ext uri="{FF2B5EF4-FFF2-40B4-BE49-F238E27FC236}">
                <a16:creationId xmlns:a16="http://schemas.microsoft.com/office/drawing/2014/main" id="{D3E7273D-1691-41B6-812E-F5E0A2364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130" y="422328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1">
            <a:extLst>
              <a:ext uri="{FF2B5EF4-FFF2-40B4-BE49-F238E27FC236}">
                <a16:creationId xmlns:a16="http://schemas.microsoft.com/office/drawing/2014/main" id="{8558FFAA-A7CD-C563-26B1-A4F46ACD5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509" y="5974714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1">
            <a:extLst>
              <a:ext uri="{FF2B5EF4-FFF2-40B4-BE49-F238E27FC236}">
                <a16:creationId xmlns:a16="http://schemas.microsoft.com/office/drawing/2014/main" id="{ED8CFB56-053E-0AA8-6538-F149511FF1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509" y="704214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1">
            <a:extLst>
              <a:ext uri="{FF2B5EF4-FFF2-40B4-BE49-F238E27FC236}">
                <a16:creationId xmlns:a16="http://schemas.microsoft.com/office/drawing/2014/main" id="{218B48C3-E826-9AB2-2E9E-99B7C28E9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130" y="5054992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1">
            <a:extLst>
              <a:ext uri="{FF2B5EF4-FFF2-40B4-BE49-F238E27FC236}">
                <a16:creationId xmlns:a16="http://schemas.microsoft.com/office/drawing/2014/main" id="{4BF883B0-5CE2-C8B2-2AF2-91D06DCA3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130" y="91674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616A777E-85C5-90A0-D14C-6854029A646C}"/>
              </a:ext>
            </a:extLst>
          </p:cNvPr>
          <p:cNvSpPr txBox="1"/>
          <p:nvPr/>
        </p:nvSpPr>
        <p:spPr>
          <a:xfrm>
            <a:off x="2246143" y="2624481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File Server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AE4D5D1E-217E-3F76-A815-92B46CB10C31}"/>
              </a:ext>
            </a:extLst>
          </p:cNvPr>
          <p:cNvSpPr txBox="1"/>
          <p:nvPr/>
        </p:nvSpPr>
        <p:spPr>
          <a:xfrm>
            <a:off x="2351650" y="1735128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Cloud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5EA0C8B1-1F8C-6D32-AA4C-B0A5E47E13AA}"/>
              </a:ext>
            </a:extLst>
          </p:cNvPr>
          <p:cNvSpPr txBox="1"/>
          <p:nvPr/>
        </p:nvSpPr>
        <p:spPr>
          <a:xfrm>
            <a:off x="2380795" y="999662"/>
            <a:ext cx="7809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Modem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80F509D-1007-2472-B96B-F77FDA209AF2}"/>
              </a:ext>
            </a:extLst>
          </p:cNvPr>
          <p:cNvSpPr txBox="1"/>
          <p:nvPr/>
        </p:nvSpPr>
        <p:spPr>
          <a:xfrm>
            <a:off x="2316348" y="3496250"/>
            <a:ext cx="801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Firewall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9FECDF70-7718-3301-6165-CD08E0E20BAE}"/>
              </a:ext>
            </a:extLst>
          </p:cNvPr>
          <p:cNvSpPr txBox="1"/>
          <p:nvPr/>
        </p:nvSpPr>
        <p:spPr>
          <a:xfrm>
            <a:off x="2380795" y="4271034"/>
            <a:ext cx="1568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Gateway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F6A64DBE-7C37-1755-C4C0-7E01D9FED906}"/>
              </a:ext>
            </a:extLst>
          </p:cNvPr>
          <p:cNvSpPr txBox="1"/>
          <p:nvPr/>
        </p:nvSpPr>
        <p:spPr>
          <a:xfrm>
            <a:off x="2470279" y="6154617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IBM Tower / Server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71D7D3F-0E5A-9C31-1CD6-DB4AFAB547B4}"/>
              </a:ext>
            </a:extLst>
          </p:cNvPr>
          <p:cNvSpPr txBox="1"/>
          <p:nvPr/>
        </p:nvSpPr>
        <p:spPr>
          <a:xfrm>
            <a:off x="2470279" y="7042145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Laptop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3651820D-411B-0D63-260E-C644A0489A2E}"/>
              </a:ext>
            </a:extLst>
          </p:cNvPr>
          <p:cNvSpPr txBox="1"/>
          <p:nvPr/>
        </p:nvSpPr>
        <p:spPr>
          <a:xfrm>
            <a:off x="2590800" y="5158154"/>
            <a:ext cx="9621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L3 Switch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18" name="Picture 5">
            <a:extLst>
              <a:ext uri="{FF2B5EF4-FFF2-40B4-BE49-F238E27FC236}">
                <a16:creationId xmlns:a16="http://schemas.microsoft.com/office/drawing/2014/main" id="{DC4941DA-7080-B0B8-D3F4-7B62B5AD1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5771" y="735967"/>
            <a:ext cx="812698" cy="812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5DF6A99C-D319-71D7-B101-B1E0C35D0987}"/>
              </a:ext>
            </a:extLst>
          </p:cNvPr>
          <p:cNvSpPr txBox="1"/>
          <p:nvPr/>
        </p:nvSpPr>
        <p:spPr>
          <a:xfrm>
            <a:off x="5657534" y="1009255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printer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20" name="Picture 11">
            <a:extLst>
              <a:ext uri="{FF2B5EF4-FFF2-40B4-BE49-F238E27FC236}">
                <a16:creationId xmlns:a16="http://schemas.microsoft.com/office/drawing/2014/main" id="{18E2B939-E750-7C21-BB0B-D40FB7AC7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179906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Szövegdoboz 20">
            <a:extLst>
              <a:ext uri="{FF2B5EF4-FFF2-40B4-BE49-F238E27FC236}">
                <a16:creationId xmlns:a16="http://schemas.microsoft.com/office/drawing/2014/main" id="{CB7BF99F-9323-4599-9C10-D272CBBB5EC6}"/>
              </a:ext>
            </a:extLst>
          </p:cNvPr>
          <p:cNvSpPr txBox="1"/>
          <p:nvPr/>
        </p:nvSpPr>
        <p:spPr>
          <a:xfrm>
            <a:off x="5627077" y="17990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Router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22" name="Picture 11">
            <a:extLst>
              <a:ext uri="{FF2B5EF4-FFF2-40B4-BE49-F238E27FC236}">
                <a16:creationId xmlns:a16="http://schemas.microsoft.com/office/drawing/2014/main" id="{3F879EB4-B0CA-1779-9393-2F6E6B9763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260103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zövegdoboz 22">
            <a:extLst>
              <a:ext uri="{FF2B5EF4-FFF2-40B4-BE49-F238E27FC236}">
                <a16:creationId xmlns:a16="http://schemas.microsoft.com/office/drawing/2014/main" id="{A4F55729-2148-DDC4-A471-0376833CDE7F}"/>
              </a:ext>
            </a:extLst>
          </p:cNvPr>
          <p:cNvSpPr txBox="1"/>
          <p:nvPr/>
        </p:nvSpPr>
        <p:spPr>
          <a:xfrm>
            <a:off x="5627077" y="2778369"/>
            <a:ext cx="712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Server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24" name="Picture 11">
            <a:extLst>
              <a:ext uri="{FF2B5EF4-FFF2-40B4-BE49-F238E27FC236}">
                <a16:creationId xmlns:a16="http://schemas.microsoft.com/office/drawing/2014/main" id="{382D14A5-E074-9B07-96E8-73489D97A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3534080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zövegdoboz 24">
            <a:extLst>
              <a:ext uri="{FF2B5EF4-FFF2-40B4-BE49-F238E27FC236}">
                <a16:creationId xmlns:a16="http://schemas.microsoft.com/office/drawing/2014/main" id="{B00B3694-E41A-A341-1A4E-34C60E21E960}"/>
              </a:ext>
            </a:extLst>
          </p:cNvPr>
          <p:cNvSpPr txBox="1"/>
          <p:nvPr/>
        </p:nvSpPr>
        <p:spPr>
          <a:xfrm>
            <a:off x="5627077" y="3686908"/>
            <a:ext cx="9621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L2 Switch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26" name="Picture 20">
            <a:extLst>
              <a:ext uri="{FF2B5EF4-FFF2-40B4-BE49-F238E27FC236}">
                <a16:creationId xmlns:a16="http://schemas.microsoft.com/office/drawing/2014/main" id="{1E0AD40F-688F-F3C6-22E3-E231784FA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446712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Szövegdoboz 26">
            <a:extLst>
              <a:ext uri="{FF2B5EF4-FFF2-40B4-BE49-F238E27FC236}">
                <a16:creationId xmlns:a16="http://schemas.microsoft.com/office/drawing/2014/main" id="{9D06152B-C771-5615-1226-D66F678E5D7D}"/>
              </a:ext>
            </a:extLst>
          </p:cNvPr>
          <p:cNvSpPr txBox="1"/>
          <p:nvPr/>
        </p:nvSpPr>
        <p:spPr>
          <a:xfrm>
            <a:off x="5472529" y="4605031"/>
            <a:ext cx="1279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Virtual Router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28" name="Picture 11">
            <a:extLst>
              <a:ext uri="{FF2B5EF4-FFF2-40B4-BE49-F238E27FC236}">
                <a16:creationId xmlns:a16="http://schemas.microsoft.com/office/drawing/2014/main" id="{251083EB-8B8F-5F63-09AC-FA43BCFB6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5350189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Szövegdoboz 29">
            <a:extLst>
              <a:ext uri="{FF2B5EF4-FFF2-40B4-BE49-F238E27FC236}">
                <a16:creationId xmlns:a16="http://schemas.microsoft.com/office/drawing/2014/main" id="{B3A8F762-645E-33E0-5B9F-B85E48D1477F}"/>
              </a:ext>
            </a:extLst>
          </p:cNvPr>
          <p:cNvSpPr txBox="1"/>
          <p:nvPr/>
        </p:nvSpPr>
        <p:spPr>
          <a:xfrm>
            <a:off x="5520252" y="5440140"/>
            <a:ext cx="1269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Virtual Server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31" name="Picture 11">
            <a:extLst>
              <a:ext uri="{FF2B5EF4-FFF2-40B4-BE49-F238E27FC236}">
                <a16:creationId xmlns:a16="http://schemas.microsoft.com/office/drawing/2014/main" id="{901A0CD8-BA86-3DBA-1492-BAE865A91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67" y="630850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Szövegdoboz 31">
            <a:extLst>
              <a:ext uri="{FF2B5EF4-FFF2-40B4-BE49-F238E27FC236}">
                <a16:creationId xmlns:a16="http://schemas.microsoft.com/office/drawing/2014/main" id="{1DBDE5B7-9774-5B7C-8B39-C2DFCD2706D3}"/>
              </a:ext>
            </a:extLst>
          </p:cNvPr>
          <p:cNvSpPr txBox="1"/>
          <p:nvPr/>
        </p:nvSpPr>
        <p:spPr>
          <a:xfrm>
            <a:off x="5384797" y="6389059"/>
            <a:ext cx="425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33" name="Picture 11">
            <a:extLst>
              <a:ext uri="{FF2B5EF4-FFF2-40B4-BE49-F238E27FC236}">
                <a16:creationId xmlns:a16="http://schemas.microsoft.com/office/drawing/2014/main" id="{2BD28F95-BD02-5D13-0CC7-4C0C72AE9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42" y="7042145"/>
            <a:ext cx="487680" cy="48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Szövegdoboz 33">
            <a:extLst>
              <a:ext uri="{FF2B5EF4-FFF2-40B4-BE49-F238E27FC236}">
                <a16:creationId xmlns:a16="http://schemas.microsoft.com/office/drawing/2014/main" id="{B253768E-DD6D-6637-5CED-DCAC4120196A}"/>
              </a:ext>
            </a:extLst>
          </p:cNvPr>
          <p:cNvSpPr txBox="1"/>
          <p:nvPr/>
        </p:nvSpPr>
        <p:spPr>
          <a:xfrm>
            <a:off x="5414519" y="7184089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Wireless Router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5" name="Google Shape;197;p21">
            <a:extLst>
              <a:ext uri="{FF2B5EF4-FFF2-40B4-BE49-F238E27FC236}">
                <a16:creationId xmlns:a16="http://schemas.microsoft.com/office/drawing/2014/main" id="{308755DC-8CA4-B7C3-DE7A-481499E8D35D}"/>
              </a:ext>
            </a:extLst>
          </p:cNvPr>
          <p:cNvSpPr/>
          <p:nvPr/>
        </p:nvSpPr>
        <p:spPr>
          <a:xfrm>
            <a:off x="0" y="0"/>
            <a:ext cx="14630400" cy="704100"/>
          </a:xfrm>
          <a:prstGeom prst="rect">
            <a:avLst/>
          </a:prstGeom>
          <a:solidFill>
            <a:srgbClr val="061AB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" name="Google Shape;198;p21" title="logo.png">
            <a:extLst>
              <a:ext uri="{FF2B5EF4-FFF2-40B4-BE49-F238E27FC236}">
                <a16:creationId xmlns:a16="http://schemas.microsoft.com/office/drawing/2014/main" id="{1A355ECA-714D-AC45-5309-95B14ED97DF0}"/>
              </a:ext>
            </a:extLst>
          </p:cNvPr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247950" y="224038"/>
            <a:ext cx="768096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05;p22">
            <a:extLst>
              <a:ext uri="{FF2B5EF4-FFF2-40B4-BE49-F238E27FC236}">
                <a16:creationId xmlns:a16="http://schemas.microsoft.com/office/drawing/2014/main" id="{C5BF21B3-7BAB-0181-8BF3-A09136615266}"/>
              </a:ext>
            </a:extLst>
          </p:cNvPr>
          <p:cNvSpPr/>
          <p:nvPr/>
        </p:nvSpPr>
        <p:spPr>
          <a:xfrm>
            <a:off x="1257300" y="584"/>
            <a:ext cx="13373099" cy="70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100"/>
              <a:buFont typeface="Instrument Sans Medium"/>
              <a:buNone/>
            </a:pPr>
            <a:r>
              <a:rPr lang="en-US" sz="3200" dirty="0">
                <a:solidFill>
                  <a:srgbClr val="FF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MINTA</a:t>
            </a:r>
            <a:endParaRPr lang="hu-HU" sz="3200" dirty="0">
              <a:solidFill>
                <a:srgbClr val="FF0000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560361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3488" y="1894403"/>
            <a:ext cx="4919305" cy="444079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/>
          <p:nvPr/>
        </p:nvSpPr>
        <p:spPr>
          <a:xfrm>
            <a:off x="6280190" y="1102519"/>
            <a:ext cx="6026944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CLI program felépítése</a:t>
            </a:r>
            <a:endParaRPr sz="4450" b="0" i="0" u="none" strike="noStrike" cap="none"/>
          </a:p>
        </p:txBody>
      </p:sp>
      <p:sp>
        <p:nvSpPr>
          <p:cNvPr id="59" name="Google Shape;59;p13"/>
          <p:cNvSpPr/>
          <p:nvPr/>
        </p:nvSpPr>
        <p:spPr>
          <a:xfrm>
            <a:off x="6280190" y="2406610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6469142" y="2491621"/>
            <a:ext cx="132398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650" b="0" i="0" u="none" strike="noStrike" cap="none"/>
          </a:p>
        </p:txBody>
      </p:sp>
      <p:sp>
        <p:nvSpPr>
          <p:cNvPr id="61" name="Google Shape;61;p13"/>
          <p:cNvSpPr/>
          <p:nvPr/>
        </p:nvSpPr>
        <p:spPr>
          <a:xfrm>
            <a:off x="7017306" y="2406610"/>
            <a:ext cx="2927747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Osztályok és Adatszerkezetek</a:t>
            </a:r>
            <a:endParaRPr sz="2200" b="0" i="0" u="none" strike="noStrike" cap="none"/>
          </a:p>
        </p:txBody>
      </p:sp>
      <p:sp>
        <p:nvSpPr>
          <p:cNvPr id="62" name="Google Shape;62;p13"/>
          <p:cNvSpPr/>
          <p:nvPr/>
        </p:nvSpPr>
        <p:spPr>
          <a:xfrm>
            <a:off x="7017306" y="3251359"/>
            <a:ext cx="2927747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Negyzet osztály: Az oldalakat tárolja (a, b, c, d).</a:t>
            </a:r>
            <a:endParaRPr sz="1750" b="0" i="0" u="none" strike="noStrike" cap="none"/>
          </a:p>
        </p:txBody>
      </p:sp>
      <p:sp>
        <p:nvSpPr>
          <p:cNvPr id="63" name="Google Shape;63;p13"/>
          <p:cNvSpPr/>
          <p:nvPr/>
        </p:nvSpPr>
        <p:spPr>
          <a:xfrm>
            <a:off x="10171867" y="2406610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10333196" y="2491621"/>
            <a:ext cx="18752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650" b="0" i="0" u="none" strike="noStrike" cap="none"/>
          </a:p>
        </p:txBody>
      </p:sp>
      <p:sp>
        <p:nvSpPr>
          <p:cNvPr id="65" name="Google Shape;65;p13"/>
          <p:cNvSpPr/>
          <p:nvPr/>
        </p:nvSpPr>
        <p:spPr>
          <a:xfrm>
            <a:off x="10908983" y="2406610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Függvények</a:t>
            </a:r>
            <a:endParaRPr sz="2200" b="0" i="0" u="none" strike="noStrike" cap="none"/>
          </a:p>
        </p:txBody>
      </p:sp>
      <p:sp>
        <p:nvSpPr>
          <p:cNvPr id="66" name="Google Shape;66;p13"/>
          <p:cNvSpPr/>
          <p:nvPr/>
        </p:nvSpPr>
        <p:spPr>
          <a:xfrm>
            <a:off x="10908983" y="2897029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Szerkeszthetőség ellenőrzése, paralelogramma és rombusz felismerése.</a:t>
            </a:r>
            <a:endParaRPr sz="1750" b="0" i="0" u="none" strike="noStrike" cap="none"/>
          </a:p>
        </p:txBody>
      </p:sp>
      <p:sp>
        <p:nvSpPr>
          <p:cNvPr id="67" name="Google Shape;67;p13"/>
          <p:cNvSpPr/>
          <p:nvPr/>
        </p:nvSpPr>
        <p:spPr>
          <a:xfrm>
            <a:off x="6280190" y="4830604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3"/>
          <p:cNvSpPr/>
          <p:nvPr/>
        </p:nvSpPr>
        <p:spPr>
          <a:xfrm>
            <a:off x="6437114" y="4915614"/>
            <a:ext cx="196334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650" b="0" i="0" u="none" strike="noStrike" cap="none"/>
          </a:p>
        </p:txBody>
      </p:sp>
      <p:sp>
        <p:nvSpPr>
          <p:cNvPr id="69" name="Google Shape;69;p13"/>
          <p:cNvSpPr/>
          <p:nvPr/>
        </p:nvSpPr>
        <p:spPr>
          <a:xfrm>
            <a:off x="7017306" y="4830604"/>
            <a:ext cx="2927747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Fájl beolvasása és tárolás</a:t>
            </a:r>
            <a:endParaRPr sz="2200" b="0" i="0" u="none" strike="noStrike" cap="none"/>
          </a:p>
        </p:txBody>
      </p:sp>
      <p:sp>
        <p:nvSpPr>
          <p:cNvPr id="70" name="Google Shape;70;p13"/>
          <p:cNvSpPr/>
          <p:nvPr/>
        </p:nvSpPr>
        <p:spPr>
          <a:xfrm>
            <a:off x="7017306" y="5675352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 program beolvassa a negyszogek.csv fájlt és példányosítja a Negyzet osztályokat egy listában.</a:t>
            </a:r>
            <a:endParaRPr sz="1750" b="0" i="0" u="none" strike="noStrike" cap="none"/>
          </a:p>
        </p:txBody>
      </p:sp>
      <p:sp>
        <p:nvSpPr>
          <p:cNvPr id="71" name="Google Shape;71;p13"/>
          <p:cNvSpPr/>
          <p:nvPr/>
        </p:nvSpPr>
        <p:spPr>
          <a:xfrm>
            <a:off x="10171867" y="4830604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/>
          <p:nvPr/>
        </p:nvSpPr>
        <p:spPr>
          <a:xfrm>
            <a:off x="10323671" y="4915614"/>
            <a:ext cx="206573" cy="34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650"/>
              <a:buFont typeface="Instrument Sans Medium"/>
              <a:buNone/>
            </a:pPr>
            <a:r>
              <a:rPr lang="en" sz="265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4</a:t>
            </a:r>
            <a:endParaRPr sz="2650" b="0" i="0" u="none" strike="noStrike" cap="none"/>
          </a:p>
        </p:txBody>
      </p:sp>
      <p:sp>
        <p:nvSpPr>
          <p:cNvPr id="73" name="Google Shape;73;p13"/>
          <p:cNvSpPr/>
          <p:nvPr/>
        </p:nvSpPr>
        <p:spPr>
          <a:xfrm>
            <a:off x="10908983" y="4830604"/>
            <a:ext cx="2927747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Szűrés és megjelenítés</a:t>
            </a:r>
            <a:endParaRPr sz="2200" b="0" i="0" u="none" strike="noStrike" cap="none"/>
          </a:p>
        </p:txBody>
      </p:sp>
      <p:sp>
        <p:nvSpPr>
          <p:cNvPr id="74" name="Google Shape;74;p13"/>
          <p:cNvSpPr/>
          <p:nvPr/>
        </p:nvSpPr>
        <p:spPr>
          <a:xfrm>
            <a:off x="10908983" y="5675352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Az összes, szerkeszthető, paralelogramma és rombusz típusú négyszög szűrése és megjelenítése.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27488" y="1644372"/>
            <a:ext cx="4919305" cy="4940737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/>
          <p:nvPr/>
        </p:nvSpPr>
        <p:spPr>
          <a:xfrm>
            <a:off x="793790" y="899755"/>
            <a:ext cx="645795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WPF program felépítése</a:t>
            </a:r>
            <a:endParaRPr sz="4450" b="0" i="0" u="none" strike="noStrike" cap="none"/>
          </a:p>
        </p:txBody>
      </p:sp>
      <p:sp>
        <p:nvSpPr>
          <p:cNvPr id="83" name="Google Shape;83;p14"/>
          <p:cNvSpPr/>
          <p:nvPr/>
        </p:nvSpPr>
        <p:spPr>
          <a:xfrm>
            <a:off x="793790" y="1948696"/>
            <a:ext cx="3664863" cy="2758559"/>
          </a:xfrm>
          <a:prstGeom prst="roundRect">
            <a:avLst>
              <a:gd name="adj" fmla="val 1233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4"/>
          <p:cNvSpPr/>
          <p:nvPr/>
        </p:nvSpPr>
        <p:spPr>
          <a:xfrm>
            <a:off x="1020604" y="2175510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Felhasználói felület</a:t>
            </a:r>
            <a:endParaRPr sz="2200" b="0" i="0" u="none" strike="noStrike" cap="none"/>
          </a:p>
        </p:txBody>
      </p:sp>
      <p:sp>
        <p:nvSpPr>
          <p:cNvPr id="85" name="Google Shape;85;p14"/>
          <p:cNvSpPr/>
          <p:nvPr/>
        </p:nvSpPr>
        <p:spPr>
          <a:xfrm>
            <a:off x="1020604" y="2665928"/>
            <a:ext cx="3211235" cy="181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DataGrid a négyszögek adatainak megjelenítésére, TextBox új négyszög adatainak bevitelére, Button új négyszög hozzáadására.</a:t>
            </a:r>
            <a:endParaRPr sz="1750" b="0" i="0" u="none" strike="noStrike" cap="none"/>
          </a:p>
        </p:txBody>
      </p:sp>
      <p:sp>
        <p:nvSpPr>
          <p:cNvPr id="86" name="Google Shape;86;p14"/>
          <p:cNvSpPr/>
          <p:nvPr/>
        </p:nvSpPr>
        <p:spPr>
          <a:xfrm>
            <a:off x="4685467" y="1948696"/>
            <a:ext cx="3664863" cy="2758559"/>
          </a:xfrm>
          <a:prstGeom prst="roundRect">
            <a:avLst>
              <a:gd name="adj" fmla="val 1233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4"/>
          <p:cNvSpPr/>
          <p:nvPr/>
        </p:nvSpPr>
        <p:spPr>
          <a:xfrm>
            <a:off x="4912281" y="2175510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Fájl beolvasás</a:t>
            </a:r>
            <a:endParaRPr sz="2200" b="0" i="0" u="none" strike="noStrike" cap="none"/>
          </a:p>
        </p:txBody>
      </p:sp>
      <p:sp>
        <p:nvSpPr>
          <p:cNvPr id="88" name="Google Shape;88;p14"/>
          <p:cNvSpPr/>
          <p:nvPr/>
        </p:nvSpPr>
        <p:spPr>
          <a:xfrm>
            <a:off x="4912281" y="2665928"/>
            <a:ext cx="3211235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Az alkalmazás beolvassa a negyszogek.csv fájlt és a sorokat a Negyzet objektumokká alakítja.</a:t>
            </a:r>
            <a:endParaRPr sz="1750" b="0" i="0" u="none" strike="noStrike" cap="none"/>
          </a:p>
        </p:txBody>
      </p:sp>
      <p:sp>
        <p:nvSpPr>
          <p:cNvPr id="89" name="Google Shape;89;p14"/>
          <p:cNvSpPr/>
          <p:nvPr/>
        </p:nvSpPr>
        <p:spPr>
          <a:xfrm>
            <a:off x="793790" y="4934069"/>
            <a:ext cx="3664863" cy="2395657"/>
          </a:xfrm>
          <a:prstGeom prst="roundRect">
            <a:avLst>
              <a:gd name="adj" fmla="val 1420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4"/>
          <p:cNvSpPr/>
          <p:nvPr/>
        </p:nvSpPr>
        <p:spPr>
          <a:xfrm>
            <a:off x="1020604" y="5160883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Adatellenőrzés</a:t>
            </a:r>
            <a:endParaRPr sz="2200" b="0" i="0" u="none" strike="noStrike" cap="none"/>
          </a:p>
        </p:txBody>
      </p:sp>
      <p:sp>
        <p:nvSpPr>
          <p:cNvPr id="91" name="Google Shape;91;p14"/>
          <p:cNvSpPr/>
          <p:nvPr/>
        </p:nvSpPr>
        <p:spPr>
          <a:xfrm>
            <a:off x="1020604" y="5651302"/>
            <a:ext cx="3211235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Az oldalak növekvő sorrendjének ellenőrzése az új négyszög hozzáadása előtt.</a:t>
            </a:r>
            <a:endParaRPr sz="1750" b="0" i="0" u="none" strike="noStrike" cap="none"/>
          </a:p>
        </p:txBody>
      </p:sp>
      <p:sp>
        <p:nvSpPr>
          <p:cNvPr id="92" name="Google Shape;92;p14"/>
          <p:cNvSpPr/>
          <p:nvPr/>
        </p:nvSpPr>
        <p:spPr>
          <a:xfrm>
            <a:off x="4685467" y="4934069"/>
            <a:ext cx="3664863" cy="2395657"/>
          </a:xfrm>
          <a:prstGeom prst="roundRect">
            <a:avLst>
              <a:gd name="adj" fmla="val 1420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4912281" y="5160883"/>
            <a:ext cx="3187422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Új négyszög hozzáadása</a:t>
            </a:r>
            <a:endParaRPr sz="2200" b="0" i="0" u="none" strike="noStrike" cap="none"/>
          </a:p>
        </p:txBody>
      </p:sp>
      <p:sp>
        <p:nvSpPr>
          <p:cNvPr id="94" name="Google Shape;94;p14"/>
          <p:cNvSpPr/>
          <p:nvPr/>
        </p:nvSpPr>
        <p:spPr>
          <a:xfrm>
            <a:off x="4912281" y="5651302"/>
            <a:ext cx="3211235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Ha az oldalak helyes sorrendben vannak, a felhasználó új négyszöget adhat hozzá a DataGrid-hez.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27607" y="3137059"/>
            <a:ext cx="4919067" cy="19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/>
          <p:nvPr/>
        </p:nvSpPr>
        <p:spPr>
          <a:xfrm>
            <a:off x="793790" y="704255"/>
            <a:ext cx="8010241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 dirty="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Fő funkciók CLI verzióban</a:t>
            </a:r>
            <a:endParaRPr sz="4450" b="0" i="0" u="none" strike="noStrike" cap="none" dirty="0"/>
          </a:p>
        </p:txBody>
      </p:sp>
      <p:pic>
        <p:nvPicPr>
          <p:cNvPr id="103" name="Google Shape;103;p1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3790" y="1753195"/>
            <a:ext cx="566976" cy="56697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/>
          <p:nvPr/>
        </p:nvSpPr>
        <p:spPr>
          <a:xfrm>
            <a:off x="793790" y="2546985"/>
            <a:ext cx="3608070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Szerkeszthetőség ellenőrzése</a:t>
            </a:r>
            <a:endParaRPr sz="2200" b="0" i="0" u="none" strike="noStrike" cap="none"/>
          </a:p>
        </p:txBody>
      </p:sp>
      <p:sp>
        <p:nvSpPr>
          <p:cNvPr id="105" name="Google Shape;105;p15"/>
          <p:cNvSpPr/>
          <p:nvPr/>
        </p:nvSpPr>
        <p:spPr>
          <a:xfrm>
            <a:off x="793790" y="3391733"/>
            <a:ext cx="3608070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Az oldalhosszúságok összehasonlítása.</a:t>
            </a:r>
            <a:endParaRPr sz="1750" b="0" i="0" u="none" strike="noStrike" cap="none"/>
          </a:p>
        </p:txBody>
      </p:sp>
      <p:pic>
        <p:nvPicPr>
          <p:cNvPr id="106" name="Google Shape;106;p1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42021" y="1753195"/>
            <a:ext cx="566976" cy="5669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/>
          <p:nvPr/>
        </p:nvSpPr>
        <p:spPr>
          <a:xfrm>
            <a:off x="4742021" y="2546985"/>
            <a:ext cx="3608189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Paralelogramma felismerése</a:t>
            </a:r>
            <a:endParaRPr sz="2200" b="0" i="0" u="none" strike="noStrike" cap="none"/>
          </a:p>
        </p:txBody>
      </p:sp>
      <p:sp>
        <p:nvSpPr>
          <p:cNvPr id="108" name="Google Shape;108;p15"/>
          <p:cNvSpPr/>
          <p:nvPr/>
        </p:nvSpPr>
        <p:spPr>
          <a:xfrm>
            <a:off x="4742021" y="3391733"/>
            <a:ext cx="360818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Két-két szemközti oldal egyenlősége.</a:t>
            </a:r>
            <a:endParaRPr sz="1750" b="0" i="0" u="none" strike="noStrike" cap="none"/>
          </a:p>
        </p:txBody>
      </p:sp>
      <p:pic>
        <p:nvPicPr>
          <p:cNvPr id="109" name="Google Shape;109;p1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3790" y="4797981"/>
            <a:ext cx="566976" cy="56697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/>
          <p:nvPr/>
        </p:nvSpPr>
        <p:spPr>
          <a:xfrm>
            <a:off x="793790" y="5591770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Rombusz felismerése</a:t>
            </a:r>
            <a:endParaRPr sz="2200" b="0" i="0" u="none" strike="noStrike" cap="none"/>
          </a:p>
        </p:txBody>
      </p:sp>
      <p:sp>
        <p:nvSpPr>
          <p:cNvPr id="111" name="Google Shape;111;p15"/>
          <p:cNvSpPr/>
          <p:nvPr/>
        </p:nvSpPr>
        <p:spPr>
          <a:xfrm>
            <a:off x="793790" y="6082189"/>
            <a:ext cx="3608070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Minden oldal azonos hosszúságú.</a:t>
            </a:r>
            <a:endParaRPr sz="1750" b="0" i="0" u="none" strike="noStrike" cap="none"/>
          </a:p>
        </p:txBody>
      </p:sp>
      <p:pic>
        <p:nvPicPr>
          <p:cNvPr id="112" name="Google Shape;112;p1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42021" y="4797981"/>
            <a:ext cx="566976" cy="56697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/>
          <p:nvPr/>
        </p:nvSpPr>
        <p:spPr>
          <a:xfrm>
            <a:off x="4742021" y="5591770"/>
            <a:ext cx="3608189" cy="70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Adatok szűrése és megjelenítése</a:t>
            </a:r>
            <a:endParaRPr sz="2200" b="0" i="0" u="none" strike="noStrike" cap="none"/>
          </a:p>
        </p:txBody>
      </p:sp>
      <p:sp>
        <p:nvSpPr>
          <p:cNvPr id="114" name="Google Shape;114;p15"/>
          <p:cNvSpPr/>
          <p:nvPr/>
        </p:nvSpPr>
        <p:spPr>
          <a:xfrm>
            <a:off x="4742021" y="6436519"/>
            <a:ext cx="3608189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Szerkeszthető, paralelogramma, és rombusz típusok szűrése és megjelenítése.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"/>
          <p:cNvSpPr/>
          <p:nvPr/>
        </p:nvSpPr>
        <p:spPr>
          <a:xfrm>
            <a:off x="793790" y="2721412"/>
            <a:ext cx="5884664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Technikai megoldások</a:t>
            </a:r>
            <a:endParaRPr sz="4450" b="0" i="0" u="none" strike="noStrike" cap="none"/>
          </a:p>
        </p:txBody>
      </p:sp>
      <p:sp>
        <p:nvSpPr>
          <p:cNvPr id="121" name="Google Shape;121;p16"/>
          <p:cNvSpPr/>
          <p:nvPr/>
        </p:nvSpPr>
        <p:spPr>
          <a:xfrm>
            <a:off x="793790" y="3997166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CLI program</a:t>
            </a:r>
            <a:endParaRPr sz="2200" b="0" i="0" u="none" strike="noStrike" cap="none"/>
          </a:p>
        </p:txBody>
      </p:sp>
      <p:sp>
        <p:nvSpPr>
          <p:cNvPr id="122" name="Google Shape;122;p16"/>
          <p:cNvSpPr/>
          <p:nvPr/>
        </p:nvSpPr>
        <p:spPr>
          <a:xfrm>
            <a:off x="793790" y="4578310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Python alkalmazás, fájl beolvasása, objektumok példányosítása, és a negyszögek feldolgozása.</a:t>
            </a:r>
            <a:endParaRPr sz="1750" b="0" i="0" u="none" strike="noStrike" cap="none"/>
          </a:p>
        </p:txBody>
      </p:sp>
      <p:sp>
        <p:nvSpPr>
          <p:cNvPr id="123" name="Google Shape;123;p16"/>
          <p:cNvSpPr/>
          <p:nvPr/>
        </p:nvSpPr>
        <p:spPr>
          <a:xfrm>
            <a:off x="7599521" y="3997166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WPF program</a:t>
            </a:r>
            <a:endParaRPr sz="2200" b="0" i="0" u="none" strike="noStrike" cap="none"/>
          </a:p>
        </p:txBody>
      </p:sp>
      <p:sp>
        <p:nvSpPr>
          <p:cNvPr id="124" name="Google Shape;124;p16"/>
          <p:cNvSpPr/>
          <p:nvPr/>
        </p:nvSpPr>
        <p:spPr>
          <a:xfrm>
            <a:off x="7599521" y="4578310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C# alapú WPF alkalmazás, a DataGrid vezérlő használata a négyszögek adatainak megjelenítésére.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793800" y="1763950"/>
            <a:ext cx="10335600" cy="15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asdasd</a:t>
            </a:r>
            <a:endParaRPr sz="4450" b="0" i="0" u="none" strike="noStrike" cap="none"/>
          </a:p>
        </p:txBody>
      </p:sp>
      <p:sp>
        <p:nvSpPr>
          <p:cNvPr id="131" name="Google Shape;131;p17"/>
          <p:cNvSpPr/>
          <p:nvPr/>
        </p:nvSpPr>
        <p:spPr>
          <a:xfrm>
            <a:off x="793790" y="381571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CLI verzió</a:t>
            </a:r>
            <a:endParaRPr sz="2200" b="0" i="0" u="none" strike="noStrike" cap="none"/>
          </a:p>
        </p:txBody>
      </p:sp>
      <p:sp>
        <p:nvSpPr>
          <p:cNvPr id="132" name="Google Shape;132;p17"/>
          <p:cNvSpPr/>
          <p:nvPr/>
        </p:nvSpPr>
        <p:spPr>
          <a:xfrm>
            <a:off x="793790" y="4396859"/>
            <a:ext cx="6244709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Konzolos alkalmazás, amely CSV fájlból beolvassa a négyszögeket, ellenőrzi azok érvényességét, és különböző típusokat felismer.</a:t>
            </a:r>
            <a:endParaRPr sz="1750" b="0" i="0" u="none" strike="noStrike" cap="none"/>
          </a:p>
        </p:txBody>
      </p:sp>
      <p:sp>
        <p:nvSpPr>
          <p:cNvPr id="133" name="Google Shape;133;p17"/>
          <p:cNvSpPr/>
          <p:nvPr/>
        </p:nvSpPr>
        <p:spPr>
          <a:xfrm>
            <a:off x="7599521" y="381571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WPF verzió</a:t>
            </a:r>
            <a:endParaRPr sz="2200" b="0" i="0" u="none" strike="noStrike" cap="none"/>
          </a:p>
        </p:txBody>
      </p:sp>
      <p:sp>
        <p:nvSpPr>
          <p:cNvPr id="134" name="Google Shape;134;p17"/>
          <p:cNvSpPr/>
          <p:nvPr/>
        </p:nvSpPr>
        <p:spPr>
          <a:xfrm>
            <a:off x="7599521" y="4396859"/>
            <a:ext cx="6244709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Grafikus alkalmazás, amely lehetővé teszi a négyszögek adatainak megjelenítését, szerkesztését és új négyszögek hozzáadását.</a:t>
            </a:r>
            <a:endParaRPr sz="1750" b="0" i="0" u="none" strike="noStrike" cap="none"/>
          </a:p>
        </p:txBody>
      </p:sp>
      <p:sp>
        <p:nvSpPr>
          <p:cNvPr id="135" name="Google Shape;135;p17"/>
          <p:cNvSpPr/>
          <p:nvPr/>
        </p:nvSpPr>
        <p:spPr>
          <a:xfrm>
            <a:off x="12695700" y="7023300"/>
            <a:ext cx="1934700" cy="12063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/>
          <p:nvPr/>
        </p:nvSpPr>
        <p:spPr>
          <a:xfrm>
            <a:off x="6280190" y="1775817"/>
            <a:ext cx="6511766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Unit tesztek és biztosítás</a:t>
            </a:r>
            <a:endParaRPr sz="4450" b="0" i="0" u="none" strike="noStrike" cap="none"/>
          </a:p>
        </p:txBody>
      </p:sp>
      <p:pic>
        <p:nvPicPr>
          <p:cNvPr id="143" name="Google Shape;143;p1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0190" y="2824758"/>
            <a:ext cx="1134070" cy="1814513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8"/>
          <p:cNvSpPr/>
          <p:nvPr/>
        </p:nvSpPr>
        <p:spPr>
          <a:xfrm>
            <a:off x="7754422" y="3051572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Tesztelés</a:t>
            </a:r>
            <a:endParaRPr sz="2200" b="0" i="0" u="none" strike="noStrike" cap="none"/>
          </a:p>
        </p:txBody>
      </p:sp>
      <p:sp>
        <p:nvSpPr>
          <p:cNvPr id="145" name="Google Shape;145;p18"/>
          <p:cNvSpPr/>
          <p:nvPr/>
        </p:nvSpPr>
        <p:spPr>
          <a:xfrm>
            <a:off x="7754422" y="3541990"/>
            <a:ext cx="608218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Unit tesztek írása a szerkeszthetőség, paralelogramma és rombusz felismerésére.</a:t>
            </a:r>
            <a:endParaRPr sz="1750" b="0" i="0" u="none" strike="noStrike" cap="none"/>
          </a:p>
        </p:txBody>
      </p:sp>
      <p:pic>
        <p:nvPicPr>
          <p:cNvPr id="146" name="Google Shape;146;p1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0190" y="4639270"/>
            <a:ext cx="1134070" cy="181451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/>
          <p:nvPr/>
        </p:nvSpPr>
        <p:spPr>
          <a:xfrm>
            <a:off x="7754422" y="4866084"/>
            <a:ext cx="413039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Tisztaság és karbantarthatóság</a:t>
            </a:r>
            <a:endParaRPr sz="2200" b="0" i="0" u="none" strike="noStrike" cap="none"/>
          </a:p>
        </p:txBody>
      </p:sp>
      <p:sp>
        <p:nvSpPr>
          <p:cNvPr id="148" name="Google Shape;148;p18"/>
          <p:cNvSpPr/>
          <p:nvPr/>
        </p:nvSpPr>
        <p:spPr>
          <a:xfrm>
            <a:off x="7754422" y="5356503"/>
            <a:ext cx="6082189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Olvashatóság és modularitás biztosítása a programban.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9"/>
          <p:cNvSpPr/>
          <p:nvPr/>
        </p:nvSpPr>
        <p:spPr>
          <a:xfrm>
            <a:off x="793790" y="972145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Összegzés</a:t>
            </a:r>
            <a:endParaRPr sz="4450" b="0" i="0" u="none" strike="noStrike" cap="none"/>
          </a:p>
        </p:txBody>
      </p:sp>
      <p:pic>
        <p:nvPicPr>
          <p:cNvPr id="155" name="Google Shape;155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78348" y="2134553"/>
            <a:ext cx="2152055" cy="166985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/>
          <p:nvPr/>
        </p:nvSpPr>
        <p:spPr>
          <a:xfrm>
            <a:off x="3999190" y="2959179"/>
            <a:ext cx="110252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200" b="0" i="0" u="none" strike="noStrike" cap="none"/>
          </a:p>
        </p:txBody>
      </p:sp>
      <p:sp>
        <p:nvSpPr>
          <p:cNvPr id="157" name="Google Shape;157;p19"/>
          <p:cNvSpPr/>
          <p:nvPr/>
        </p:nvSpPr>
        <p:spPr>
          <a:xfrm>
            <a:off x="5357217" y="2542818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CLI verzió</a:t>
            </a:r>
            <a:endParaRPr sz="2200" b="0" i="0" u="none" strike="noStrike" cap="none"/>
          </a:p>
        </p:txBody>
      </p:sp>
      <p:sp>
        <p:nvSpPr>
          <p:cNvPr id="158" name="Google Shape;158;p19"/>
          <p:cNvSpPr/>
          <p:nvPr/>
        </p:nvSpPr>
        <p:spPr>
          <a:xfrm>
            <a:off x="5357217" y="3033236"/>
            <a:ext cx="7625715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Fájlokat olvas be, és ellenőrzi a négyszögeket különböző típusok alapján.</a:t>
            </a:r>
            <a:endParaRPr sz="1750" b="0" i="0" u="none" strike="noStrike" cap="none"/>
          </a:p>
        </p:txBody>
      </p:sp>
      <p:sp>
        <p:nvSpPr>
          <p:cNvPr id="159" name="Google Shape;159;p19"/>
          <p:cNvSpPr/>
          <p:nvPr/>
        </p:nvSpPr>
        <p:spPr>
          <a:xfrm>
            <a:off x="5187077" y="3817501"/>
            <a:ext cx="8592860" cy="15240"/>
          </a:xfrm>
          <a:prstGeom prst="roundRect">
            <a:avLst>
              <a:gd name="adj" fmla="val 223256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0" name="Google Shape;160;p1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02381" y="3861078"/>
            <a:ext cx="4304109" cy="166985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/>
          <p:nvPr/>
        </p:nvSpPr>
        <p:spPr>
          <a:xfrm>
            <a:off x="3976211" y="4469249"/>
            <a:ext cx="156210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200" b="0" i="0" u="none" strike="noStrike" cap="none"/>
          </a:p>
        </p:txBody>
      </p:sp>
      <p:sp>
        <p:nvSpPr>
          <p:cNvPr id="162" name="Google Shape;162;p19"/>
          <p:cNvSpPr/>
          <p:nvPr/>
        </p:nvSpPr>
        <p:spPr>
          <a:xfrm>
            <a:off x="6433304" y="4087892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WPF verzió</a:t>
            </a:r>
            <a:endParaRPr sz="2200" b="0" i="0" u="none" strike="noStrike" cap="none"/>
          </a:p>
        </p:txBody>
      </p:sp>
      <p:sp>
        <p:nvSpPr>
          <p:cNvPr id="163" name="Google Shape;163;p19"/>
          <p:cNvSpPr/>
          <p:nvPr/>
        </p:nvSpPr>
        <p:spPr>
          <a:xfrm>
            <a:off x="6433304" y="4578310"/>
            <a:ext cx="7176492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Grafikus felület, amely lehetővé teszi az új négyszögek bevitelét, ellenőrzését és megjelenítését.</a:t>
            </a:r>
            <a:endParaRPr sz="1750" b="0" i="0" u="none" strike="noStrike" cap="none"/>
          </a:p>
        </p:txBody>
      </p:sp>
      <p:sp>
        <p:nvSpPr>
          <p:cNvPr id="164" name="Google Shape;164;p19"/>
          <p:cNvSpPr/>
          <p:nvPr/>
        </p:nvSpPr>
        <p:spPr>
          <a:xfrm>
            <a:off x="6263164" y="5544026"/>
            <a:ext cx="7516773" cy="15240"/>
          </a:xfrm>
          <a:prstGeom prst="roundRect">
            <a:avLst>
              <a:gd name="adj" fmla="val 223256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5" name="Google Shape;165;p1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6294" y="5587603"/>
            <a:ext cx="6456164" cy="166985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/>
          <p:nvPr/>
        </p:nvSpPr>
        <p:spPr>
          <a:xfrm>
            <a:off x="3972520" y="6195774"/>
            <a:ext cx="163592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200" b="0" i="0" u="none" strike="noStrike" cap="none"/>
          </a:p>
        </p:txBody>
      </p:sp>
      <p:sp>
        <p:nvSpPr>
          <p:cNvPr id="167" name="Google Shape;167;p19"/>
          <p:cNvSpPr/>
          <p:nvPr/>
        </p:nvSpPr>
        <p:spPr>
          <a:xfrm>
            <a:off x="7509272" y="581441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Mindkét program</a:t>
            </a:r>
            <a:endParaRPr sz="2200" b="0" i="0" u="none" strike="noStrike" cap="none"/>
          </a:p>
        </p:txBody>
      </p:sp>
      <p:sp>
        <p:nvSpPr>
          <p:cNvPr id="168" name="Google Shape;168;p19"/>
          <p:cNvSpPr/>
          <p:nvPr/>
        </p:nvSpPr>
        <p:spPr>
          <a:xfrm>
            <a:off x="7509272" y="6304836"/>
            <a:ext cx="6100524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Alapvető funkciója az adatok helyes kezelése és validálása.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0"/>
          <p:cNvSpPr/>
          <p:nvPr/>
        </p:nvSpPr>
        <p:spPr>
          <a:xfrm>
            <a:off x="793790" y="1459825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50"/>
              <a:buFont typeface="Instrument Sans Medium"/>
              <a:buNone/>
            </a:pPr>
            <a:r>
              <a:rPr lang="en" sz="4450" b="0" i="0" u="none" strike="noStrike" cap="none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Következő lépések</a:t>
            </a:r>
            <a:endParaRPr sz="4450" b="0" i="0" u="none" strike="noStrike" cap="none"/>
          </a:p>
        </p:txBody>
      </p:sp>
      <p:sp>
        <p:nvSpPr>
          <p:cNvPr id="175" name="Google Shape;175;p20"/>
          <p:cNvSpPr/>
          <p:nvPr/>
        </p:nvSpPr>
        <p:spPr>
          <a:xfrm>
            <a:off x="793790" y="2622233"/>
            <a:ext cx="2173724" cy="1306949"/>
          </a:xfrm>
          <a:prstGeom prst="roundRect">
            <a:avLst>
              <a:gd name="adj" fmla="val 2603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1020604" y="3048953"/>
            <a:ext cx="110252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2200" b="0" i="0" u="none" strike="noStrike" cap="none"/>
          </a:p>
        </p:txBody>
      </p:sp>
      <p:sp>
        <p:nvSpPr>
          <p:cNvPr id="177" name="Google Shape;177;p20"/>
          <p:cNvSpPr/>
          <p:nvPr/>
        </p:nvSpPr>
        <p:spPr>
          <a:xfrm>
            <a:off x="3194328" y="284904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További funkciók</a:t>
            </a:r>
            <a:endParaRPr sz="2200" b="0" i="0" u="none" strike="noStrike" cap="none"/>
          </a:p>
        </p:txBody>
      </p:sp>
      <p:sp>
        <p:nvSpPr>
          <p:cNvPr id="178" name="Google Shape;178;p20"/>
          <p:cNvSpPr/>
          <p:nvPr/>
        </p:nvSpPr>
        <p:spPr>
          <a:xfrm>
            <a:off x="3194328" y="3339465"/>
            <a:ext cx="5491639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Terület számítása a különböző típusú négyszögekre.</a:t>
            </a:r>
            <a:endParaRPr sz="1750" b="0" i="0" u="none" strike="noStrike" cap="none"/>
          </a:p>
        </p:txBody>
      </p:sp>
      <p:sp>
        <p:nvSpPr>
          <p:cNvPr id="179" name="Google Shape;179;p20"/>
          <p:cNvSpPr/>
          <p:nvPr/>
        </p:nvSpPr>
        <p:spPr>
          <a:xfrm>
            <a:off x="3080861" y="3913942"/>
            <a:ext cx="10642402" cy="15240"/>
          </a:xfrm>
          <a:prstGeom prst="roundRect">
            <a:avLst>
              <a:gd name="adj" fmla="val 223256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20"/>
          <p:cNvSpPr/>
          <p:nvPr/>
        </p:nvSpPr>
        <p:spPr>
          <a:xfrm>
            <a:off x="793790" y="4042529"/>
            <a:ext cx="4347567" cy="1306949"/>
          </a:xfrm>
          <a:prstGeom prst="roundRect">
            <a:avLst>
              <a:gd name="adj" fmla="val 2603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0"/>
          <p:cNvSpPr/>
          <p:nvPr/>
        </p:nvSpPr>
        <p:spPr>
          <a:xfrm>
            <a:off x="1020604" y="4469249"/>
            <a:ext cx="156210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2200" b="0" i="0" u="none" strike="noStrike" cap="none"/>
          </a:p>
        </p:txBody>
      </p:sp>
      <p:sp>
        <p:nvSpPr>
          <p:cNvPr id="182" name="Google Shape;182;p20"/>
          <p:cNvSpPr/>
          <p:nvPr/>
        </p:nvSpPr>
        <p:spPr>
          <a:xfrm>
            <a:off x="5368171" y="4269343"/>
            <a:ext cx="398085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Felhasználói felület finomítása</a:t>
            </a:r>
            <a:endParaRPr sz="2200" b="0" i="0" u="none" strike="noStrike" cap="none"/>
          </a:p>
        </p:txBody>
      </p:sp>
      <p:sp>
        <p:nvSpPr>
          <p:cNvPr id="183" name="Google Shape;183;p20"/>
          <p:cNvSpPr/>
          <p:nvPr/>
        </p:nvSpPr>
        <p:spPr>
          <a:xfrm>
            <a:off x="5368171" y="4759762"/>
            <a:ext cx="3980855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Bővítése és UX fejlesztések.</a:t>
            </a:r>
            <a:endParaRPr sz="1750" b="0" i="0" u="none" strike="noStrike" cap="none"/>
          </a:p>
        </p:txBody>
      </p:sp>
      <p:sp>
        <p:nvSpPr>
          <p:cNvPr id="184" name="Google Shape;184;p20"/>
          <p:cNvSpPr/>
          <p:nvPr/>
        </p:nvSpPr>
        <p:spPr>
          <a:xfrm>
            <a:off x="5254704" y="5334238"/>
            <a:ext cx="8468558" cy="15240"/>
          </a:xfrm>
          <a:prstGeom prst="roundRect">
            <a:avLst>
              <a:gd name="adj" fmla="val 223256"/>
            </a:avLst>
          </a:prstGeom>
          <a:solidFill>
            <a:srgbClr val="575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20"/>
          <p:cNvSpPr/>
          <p:nvPr/>
        </p:nvSpPr>
        <p:spPr>
          <a:xfrm>
            <a:off x="793790" y="5462826"/>
            <a:ext cx="6521410" cy="1306949"/>
          </a:xfrm>
          <a:prstGeom prst="roundRect">
            <a:avLst>
              <a:gd name="adj" fmla="val 2603"/>
            </a:avLst>
          </a:prstGeom>
          <a:solidFill>
            <a:srgbClr val="3E3E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0"/>
          <p:cNvSpPr/>
          <p:nvPr/>
        </p:nvSpPr>
        <p:spPr>
          <a:xfrm>
            <a:off x="1020604" y="5889546"/>
            <a:ext cx="163592" cy="453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136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2200" b="0" i="0" u="none" strike="noStrike" cap="none"/>
          </a:p>
        </p:txBody>
      </p:sp>
      <p:sp>
        <p:nvSpPr>
          <p:cNvPr id="187" name="Google Shape;187;p20"/>
          <p:cNvSpPr/>
          <p:nvPr/>
        </p:nvSpPr>
        <p:spPr>
          <a:xfrm>
            <a:off x="7542014" y="5689640"/>
            <a:ext cx="2843927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Instrument Sans Medium"/>
              <a:buNone/>
            </a:pPr>
            <a:r>
              <a:rPr lang="en" sz="2200" b="0" i="0" u="none" strike="noStrike" cap="none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Részletes hibakezelés</a:t>
            </a:r>
            <a:endParaRPr sz="2200" b="0" i="0" u="none" strike="noStrike" cap="none"/>
          </a:p>
        </p:txBody>
      </p:sp>
      <p:sp>
        <p:nvSpPr>
          <p:cNvPr id="188" name="Google Shape;188;p20"/>
          <p:cNvSpPr/>
          <p:nvPr/>
        </p:nvSpPr>
        <p:spPr>
          <a:xfrm>
            <a:off x="7542014" y="6180058"/>
            <a:ext cx="5089446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750"/>
              <a:buFont typeface="Open Sans"/>
              <a:buNone/>
            </a:pPr>
            <a:r>
              <a:rPr lang="en" sz="1750" b="0" i="0" u="none" strike="noStrike" cap="non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Továbbfejlesztett hibakezelés és UX fejlesztések.</a:t>
            </a:r>
            <a:endParaRPr sz="1750" b="0" i="0" u="none" strike="noStrike" cap="non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2384</TotalTime>
  <Words>1529</Words>
  <Application>Microsoft Office PowerPoint</Application>
  <PresentationFormat>Egyéni</PresentationFormat>
  <Paragraphs>421</Paragraphs>
  <Slides>30</Slides>
  <Notes>21</Notes>
  <HiddenSlides>8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5" baseType="lpstr">
      <vt:lpstr>Open Sans</vt:lpstr>
      <vt:lpstr>Arial</vt:lpstr>
      <vt:lpstr>Calibri</vt:lpstr>
      <vt:lpstr>Instrument Sans Medium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Ádám Tóth</cp:lastModifiedBy>
  <cp:revision>58</cp:revision>
  <dcterms:modified xsi:type="dcterms:W3CDTF">2026-01-22T21:19:56Z</dcterms:modified>
</cp:coreProperties>
</file>